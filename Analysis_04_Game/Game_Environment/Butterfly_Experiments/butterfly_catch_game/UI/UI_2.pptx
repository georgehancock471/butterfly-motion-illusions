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67" r:id="rId2"/>
    <p:sldId id="278" r:id="rId3"/>
    <p:sldId id="279" r:id="rId4"/>
    <p:sldId id="280" r:id="rId5"/>
    <p:sldId id="281" r:id="rId6"/>
    <p:sldId id="282" r:id="rId7"/>
    <p:sldId id="283" r:id="rId8"/>
    <p:sldId id="284" r:id="rId9"/>
    <p:sldId id="276" r:id="rId10"/>
    <p:sldId id="268" r:id="rId11"/>
    <p:sldId id="269" r:id="rId12"/>
    <p:sldId id="264" r:id="rId13"/>
    <p:sldId id="265" r:id="rId14"/>
    <p:sldId id="26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FFFFFF"/>
    <a:srgbClr val="6F6F6F"/>
    <a:srgbClr val="727272"/>
    <a:srgbClr val="6C78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469" autoAdjust="0"/>
    <p:restoredTop sz="95033" autoAdjust="0"/>
  </p:normalViewPr>
  <p:slideViewPr>
    <p:cSldViewPr snapToGrid="0">
      <p:cViewPr>
        <p:scale>
          <a:sx n="50" d="100"/>
          <a:sy n="50" d="100"/>
        </p:scale>
        <p:origin x="2886" y="13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1C4302-56A7-411D-8E38-12FCC17049F6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428F04-2D25-44D1-BF48-2DF7A0651C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8096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72DF8-507B-01D2-28B4-E108552FC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9BA04A-BBC2-4286-5ACD-9716097E2E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2038A8-7E92-122E-EC0F-BC904A39B4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F50E8A-025A-9666-407F-523321AC5A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428F04-2D25-44D1-BF48-2DF7A0651CE7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19051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A9BE7-C5F3-A83F-E21D-E30CC62F7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B37606-7A32-AE6A-6AD0-11AC33E625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065D86-0E6E-0D1D-8F05-9858FB382F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1DE10E-2D24-ED23-6610-11F47819FE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428F04-2D25-44D1-BF48-2DF7A0651CE7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43946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54E4A-569F-070B-9BBF-4639048AA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DB2C1A-1DE5-D4F8-5431-060AD61D62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13033C-8697-2805-F402-7880BF5ABA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7360BE-FF79-BF2E-0E42-AC8AC29F77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428F04-2D25-44D1-BF48-2DF7A0651CE7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67236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1ABAC-0BB3-6DF2-E337-9B00CA2B4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48A8B7-A835-AC49-9DAD-E4327AF0F6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74E66B-400A-91CB-0AC0-0C0A730264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4D7C12-45C4-4630-B1EF-2D3887B470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428F04-2D25-44D1-BF48-2DF7A0651CE7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84975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D8A54-BFBA-DA08-7E9A-C4E457780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BD4E73-40A0-E4B9-DBFD-A8C244B094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C360F4-3B7A-E9C7-E050-D9C1BE5AE7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5A5897-FEBB-A1C6-0833-21EB1F9A8C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428F04-2D25-44D1-BF48-2DF7A0651CE7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84934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90C1A-0EEC-05F8-41B7-AE9D1332A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43C110-B804-459D-3540-250DF776AE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568C96-8E74-28F5-AF8E-162B009566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4EC5C6-199B-D9BC-E212-D8BD9B6A6C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428F04-2D25-44D1-BF48-2DF7A0651CE7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6203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6C59C-0F28-DAFE-4448-91A5892B3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D61485-FACC-3FFA-CCEF-E23F627243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AFD88A-DAC0-2F95-AB44-D768EF90BD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106FF5-9B99-FE68-4DC0-366722BFDA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428F04-2D25-44D1-BF48-2DF7A0651CE7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31569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0490C-A1E9-C8E1-1108-3DBBD89F7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A15279-6C61-ADDD-59E8-31DF67E8B7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ED7058-5093-CB60-9795-CBF4D166A6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38632C-38DE-72D8-0C62-19CC82F76A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428F04-2D25-44D1-BF48-2DF7A0651CE7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7153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39B0E-6D58-522A-B4B0-7CE38DCFB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94BEA7-6FED-F909-1097-0E894C1A2A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A32A7D-E261-2D43-1668-FBB536BA3F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C75410-819E-EFEC-AC6E-A3C2B4928F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428F04-2D25-44D1-BF48-2DF7A0651CE7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01407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B926F-AD7A-31E4-2D00-C9A75C1C2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A4AA2D-8BFE-9E3C-75AF-E92DB081EA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21001A-4C7C-80BE-1003-497242CB78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8F32AC-E41B-5013-910B-46A46D453D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428F04-2D25-44D1-BF48-2DF7A0651CE7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43089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47B41-4917-51F8-5618-313280948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9D7893-FC57-9EFE-81A4-74553AD7E5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CE2F68-B470-B6CD-CD7A-812C3B0C4D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1B10BB-80EA-AB79-5A2A-2211A2A09C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428F04-2D25-44D1-BF48-2DF7A0651CE7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05069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C9573-4AD8-071E-F712-7A6E3BA59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EB7B24-8954-E8EA-7DBD-5F833D37A2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11F1E3-21AC-6585-65A5-AB2EFBD0E7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659161-6E19-02F4-8716-56B49C38A6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428F04-2D25-44D1-BF48-2DF7A0651CE7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16279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2390C-9ACB-14D8-49FB-335991202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6E0EF3-8ADA-ADA7-91D9-0AAC3D003D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E57CC1-B80A-42D2-C6EE-89183F7633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B5B01-AACE-8CC6-EA51-561C6AC2A2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428F04-2D25-44D1-BF48-2DF7A0651CE7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51223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BB2B2-7B1D-617E-8BB9-6795D3955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5E9BF3-81B1-2D1D-81C5-EACA12949E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3FA02A-7252-6316-C53F-7F9FB7E886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6B5D84-E107-3802-997B-4DA82E0C43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428F04-2D25-44D1-BF48-2DF7A0651CE7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81625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3B3E0-15B2-9AA8-5473-4FB12BC067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DD5F23-7311-71C5-8D23-84213E47DD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6FACFF-0372-A949-F9B0-4D9E16A84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C1396-7ECB-4143-9875-A324AE3AA14E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543BAD-03C7-DC0C-1CAC-F273A1367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07DB3D-D29F-9633-1A7C-34290BE46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9AA6E-5694-4968-B9D3-7C51ADBE1F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0933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29BC9-D79D-D474-5C39-42AD6DB3A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6F42CD-63FD-696A-505E-B9C152071C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29BC2B-1D67-A471-9ED7-948F9918D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C1396-7ECB-4143-9875-A324AE3AA14E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8DC82F-F86A-1413-F1B6-67750E1F7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6F230F-4403-6757-56D9-E47A5666C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9AA6E-5694-4968-B9D3-7C51ADBE1F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1689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6A241-EA70-2ECF-6449-EAECD254A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50CF56-D950-B2D1-9E4A-1F7DD81C1B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57F4CF-B77A-05D1-107D-2B3C0A39A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C1396-7ECB-4143-9875-A324AE3AA14E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046AF-1279-70E0-2AC9-E8AF9CF52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E956A0-076B-9467-8649-2D04D22D6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9AA6E-5694-4968-B9D3-7C51ADBE1F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3391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10AB3-9302-5635-194B-CFB32F187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33E0BA-05B9-1953-D1DF-8CDD7BD7BF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419AD8-5990-8802-54C6-110B170CE1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1AFD9C-EC06-164B-3970-C8C73343A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C1396-7ECB-4143-9875-A324AE3AA14E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F13245-932E-E058-1589-A8E6D3343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210F2A-8C43-AF3F-66B5-C6DF977C7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9AA6E-5694-4968-B9D3-7C51ADBE1F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74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DAD7A-B5B0-8417-D157-66D7AF834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0A1D58-D696-57B5-51F1-E32FFE08CF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4BB739-F946-6FE5-A243-8039FEBF43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67BB51-8288-5B22-1322-81CA24E80E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95356E-AC28-9D66-C154-C039AD9F79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B04F4B-EC27-98EE-CBCC-6EEC10261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C1396-7ECB-4143-9875-A324AE3AA14E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DE346C-24CD-293A-A292-2FF060F8C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80DEA6-7F44-8EE9-16A6-1814D0EB3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9AA6E-5694-4968-B9D3-7C51ADBE1F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1916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D3951-A770-0364-5633-99FE2BE12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719D15-716B-402B-4738-15B95F257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C1396-7ECB-4143-9875-A324AE3AA14E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AA9F08-35B1-4419-464E-99B13FEA7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76D517-497D-17DF-59A9-44C2E6838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9AA6E-5694-4968-B9D3-7C51ADBE1F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34609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0594D8-8ED3-7C05-4DAA-518C51F87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C1396-7ECB-4143-9875-A324AE3AA14E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221BF2-D699-B72A-8550-D283988EB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FBBF-1675-DDC2-9460-6BA98F558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9AA6E-5694-4968-B9D3-7C51ADBE1F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8089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D3553-0893-06B9-CAAE-B2ADA4807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8B2F29-483F-B193-76BA-E19EDFCA42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9DD1E5-8864-6DC5-C290-3DBB661414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CD0B98-88EB-1BD6-E131-995A0D12F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C1396-7ECB-4143-9875-A324AE3AA14E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853280-B44D-9385-2C45-30BA2883B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53713A-DB12-949C-5F6B-BA46C4843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9AA6E-5694-4968-B9D3-7C51ADBE1F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2881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CD6FC-CDE8-250A-1574-966D75251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15426B-C7BE-2B36-9DB0-691A4236C0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9DFD0B-C07D-3D80-7514-C7D95766BA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370D9D-5783-7C1E-548A-9B4DF920D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C1396-7ECB-4143-9875-A324AE3AA14E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D3839F-FD26-2072-05C2-138185852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ED8CE6-C6E3-B5AE-2216-995F568CD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9AA6E-5694-4968-B9D3-7C51ADBE1F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6440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C873A-A08B-4998-3490-79B9C7912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330728-0153-B75F-86C3-F009ABB2D2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9587F3-085A-209E-6016-878569702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C1396-7ECB-4143-9875-A324AE3AA14E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57222A-9B51-FA69-141E-BFB54047E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D5CA01-45CF-1CBC-7402-FB1E9C76F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9AA6E-5694-4968-B9D3-7C51ADBE1F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6442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3901F0-8D82-F39E-AE05-60810E56EF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B5FA26-9EAB-DF53-4330-1FC3EB2710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ABA13F-23B2-4014-C186-6AEB616BD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C1396-7ECB-4143-9875-A324AE3AA14E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0DAC3C-1BDA-1BCD-B08A-F4AAA5635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833F65-BD34-FB49-C531-67B4FBC09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9AA6E-5694-4968-B9D3-7C51ADBE1F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767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C16D94-FA3A-158A-4CFD-2EC15AD98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F29D5B-DFA0-C04C-6322-49B262EB00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CAC66A-E020-8A07-4BE9-EBCEED130A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5C1396-7ECB-4143-9875-A324AE3AA14E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4F018C-B40E-E65F-C376-AA353B174A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C19B58-DA1A-B146-FB53-F409484D8E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79AA6E-5694-4968-B9D3-7C51ADBE1F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0968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7759E-3D0B-4CB9-311D-BE83500EB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EBB00D2-9FCE-3500-15B3-1971671204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2727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590F2A-22EF-0ACE-B416-95BC7190A5A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06" t="4091" r="2876" b="384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A238CDE-C856-CF25-7FB2-9D9F824E0413}"/>
              </a:ext>
            </a:extLst>
          </p:cNvPr>
          <p:cNvSpPr/>
          <p:nvPr/>
        </p:nvSpPr>
        <p:spPr>
          <a:xfrm>
            <a:off x="2927350" y="2197333"/>
            <a:ext cx="6337301" cy="3810000"/>
          </a:xfrm>
          <a:prstGeom prst="roundRect">
            <a:avLst>
              <a:gd name="adj" fmla="val 1229"/>
            </a:avLst>
          </a:prstGeom>
          <a:solidFill>
            <a:srgbClr val="6F6F6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52EC92-AE07-E525-5681-23B56CF72C88}"/>
              </a:ext>
            </a:extLst>
          </p:cNvPr>
          <p:cNvSpPr txBox="1"/>
          <p:nvPr/>
        </p:nvSpPr>
        <p:spPr>
          <a:xfrm>
            <a:off x="2927350" y="2394515"/>
            <a:ext cx="63373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solidFill>
                  <a:schemeClr val="bg1"/>
                </a:solidFill>
              </a:rPr>
              <a:t>Welcome to our Butterfly Game!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D92478-E2FA-1B50-0322-341CF979D072}"/>
              </a:ext>
            </a:extLst>
          </p:cNvPr>
          <p:cNvSpPr txBox="1"/>
          <p:nvPr/>
        </p:nvSpPr>
        <p:spPr>
          <a:xfrm>
            <a:off x="4894450" y="2876902"/>
            <a:ext cx="24031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1"/>
                </a:solidFill>
              </a:rPr>
              <a:t>Touch the screen to start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3BB3C22-0C7E-F12B-875A-CF5FF2E5EB86}"/>
              </a:ext>
            </a:extLst>
          </p:cNvPr>
          <p:cNvGrpSpPr/>
          <p:nvPr/>
        </p:nvGrpSpPr>
        <p:grpSpPr>
          <a:xfrm>
            <a:off x="5326121" y="3903133"/>
            <a:ext cx="1539759" cy="1310116"/>
            <a:chOff x="5295014" y="3903133"/>
            <a:chExt cx="1539759" cy="1310116"/>
          </a:xfrm>
        </p:grpSpPr>
        <p:sp>
          <p:nvSpPr>
            <p:cNvPr id="8" name="Free-form: Shape 7">
              <a:extLst>
                <a:ext uri="{FF2B5EF4-FFF2-40B4-BE49-F238E27FC236}">
                  <a16:creationId xmlns:a16="http://schemas.microsoft.com/office/drawing/2014/main" id="{12F2E3E1-A144-47F2-D061-9FE9BCBAFFA9}"/>
                </a:ext>
              </a:extLst>
            </p:cNvPr>
            <p:cNvSpPr/>
            <p:nvPr/>
          </p:nvSpPr>
          <p:spPr>
            <a:xfrm>
              <a:off x="6057268" y="4102333"/>
              <a:ext cx="777505" cy="1110916"/>
            </a:xfrm>
            <a:custGeom>
              <a:avLst/>
              <a:gdLst>
                <a:gd name="csX0" fmla="*/ 939990 w 1376501"/>
                <a:gd name="csY0" fmla="*/ 1 h 1859663"/>
                <a:gd name="csX1" fmla="*/ 1355449 w 1376501"/>
                <a:gd name="csY1" fmla="*/ 140447 h 1859663"/>
                <a:gd name="csX2" fmla="*/ 1258368 w 1376501"/>
                <a:gd name="csY2" fmla="*/ 575436 h 1859663"/>
                <a:gd name="csX3" fmla="*/ 1258368 w 1376501"/>
                <a:gd name="csY3" fmla="*/ 575425 h 1859663"/>
                <a:gd name="csX4" fmla="*/ 1102439 w 1376501"/>
                <a:gd name="csY4" fmla="*/ 896301 h 1859663"/>
                <a:gd name="csX5" fmla="*/ 978524 w 1376501"/>
                <a:gd name="csY5" fmla="*/ 915970 h 1859663"/>
                <a:gd name="csX6" fmla="*/ 893881 w 1376501"/>
                <a:gd name="csY6" fmla="*/ 912907 h 1859663"/>
                <a:gd name="csX7" fmla="*/ 953189 w 1376501"/>
                <a:gd name="csY7" fmla="*/ 1000602 h 1859663"/>
                <a:gd name="csX8" fmla="*/ 1048312 w 1376501"/>
                <a:gd name="csY8" fmla="*/ 1228163 h 1859663"/>
                <a:gd name="csX9" fmla="*/ 1017679 w 1376501"/>
                <a:gd name="csY9" fmla="*/ 1540838 h 1859663"/>
                <a:gd name="csX10" fmla="*/ 691656 w 1376501"/>
                <a:gd name="csY10" fmla="*/ 1859019 h 1859663"/>
                <a:gd name="csX11" fmla="*/ 555880 w 1376501"/>
                <a:gd name="csY11" fmla="*/ 1831104 h 1859663"/>
                <a:gd name="csX12" fmla="*/ 293345 w 1376501"/>
                <a:gd name="csY12" fmla="*/ 1495845 h 1859663"/>
                <a:gd name="csX13" fmla="*/ 61086 w 1376501"/>
                <a:gd name="csY13" fmla="*/ 1181119 h 1859663"/>
                <a:gd name="csX14" fmla="*/ 54706 w 1376501"/>
                <a:gd name="csY14" fmla="*/ 1334353 h 1859663"/>
                <a:gd name="csX15" fmla="*/ 19441 w 1376501"/>
                <a:gd name="csY15" fmla="*/ 1481126 h 1859663"/>
                <a:gd name="csX16" fmla="*/ 0 w 1376501"/>
                <a:gd name="csY16" fmla="*/ 1483505 h 1859663"/>
                <a:gd name="csX17" fmla="*/ 0 w 1376501"/>
                <a:gd name="csY17" fmla="*/ 462266 h 1859663"/>
                <a:gd name="csX18" fmla="*/ 9430 w 1376501"/>
                <a:gd name="csY18" fmla="*/ 430410 h 1859663"/>
                <a:gd name="csX19" fmla="*/ 85627 w 1376501"/>
                <a:gd name="csY19" fmla="*/ 472746 h 1859663"/>
                <a:gd name="csX20" fmla="*/ 161922 w 1376501"/>
                <a:gd name="csY20" fmla="*/ 437807 h 1859663"/>
                <a:gd name="csX21" fmla="*/ 611043 w 1376501"/>
                <a:gd name="csY21" fmla="*/ 58739 h 1859663"/>
                <a:gd name="csX22" fmla="*/ 939990 w 1376501"/>
                <a:gd name="csY22" fmla="*/ 1 h 185966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1376501" h="1859663">
                  <a:moveTo>
                    <a:pt x="939990" y="1"/>
                  </a:moveTo>
                  <a:cubicBezTo>
                    <a:pt x="1131585" y="-44"/>
                    <a:pt x="1312480" y="51427"/>
                    <a:pt x="1355449" y="140447"/>
                  </a:cubicBezTo>
                  <a:cubicBezTo>
                    <a:pt x="1393913" y="220104"/>
                    <a:pt x="1389422" y="240545"/>
                    <a:pt x="1258368" y="575436"/>
                  </a:cubicBezTo>
                  <a:lnTo>
                    <a:pt x="1258368" y="575425"/>
                  </a:lnTo>
                  <a:cubicBezTo>
                    <a:pt x="1194338" y="739404"/>
                    <a:pt x="1124089" y="883794"/>
                    <a:pt x="1102439" y="896301"/>
                  </a:cubicBezTo>
                  <a:cubicBezTo>
                    <a:pt x="1080903" y="908796"/>
                    <a:pt x="1025050" y="917651"/>
                    <a:pt x="978524" y="915970"/>
                  </a:cubicBezTo>
                  <a:lnTo>
                    <a:pt x="893881" y="912907"/>
                  </a:lnTo>
                  <a:lnTo>
                    <a:pt x="953189" y="1000602"/>
                  </a:lnTo>
                  <a:cubicBezTo>
                    <a:pt x="985780" y="1048832"/>
                    <a:pt x="1028620" y="1151235"/>
                    <a:pt x="1048312" y="1228163"/>
                  </a:cubicBezTo>
                  <a:cubicBezTo>
                    <a:pt x="1080558" y="1353885"/>
                    <a:pt x="1077448" y="1385520"/>
                    <a:pt x="1017679" y="1540838"/>
                  </a:cubicBezTo>
                  <a:cubicBezTo>
                    <a:pt x="929235" y="1770771"/>
                    <a:pt x="828929" y="1868647"/>
                    <a:pt x="691656" y="1859019"/>
                  </a:cubicBezTo>
                  <a:cubicBezTo>
                    <a:pt x="633729" y="1854954"/>
                    <a:pt x="572579" y="1842390"/>
                    <a:pt x="555880" y="1831104"/>
                  </a:cubicBezTo>
                  <a:cubicBezTo>
                    <a:pt x="539181" y="1819818"/>
                    <a:pt x="421082" y="1668956"/>
                    <a:pt x="293345" y="1495845"/>
                  </a:cubicBezTo>
                  <a:lnTo>
                    <a:pt x="61086" y="1181119"/>
                  </a:lnTo>
                  <a:lnTo>
                    <a:pt x="54706" y="1334353"/>
                  </a:lnTo>
                  <a:cubicBezTo>
                    <a:pt x="50543" y="1434061"/>
                    <a:pt x="44489" y="1470214"/>
                    <a:pt x="19441" y="1481126"/>
                  </a:cubicBezTo>
                  <a:lnTo>
                    <a:pt x="0" y="1483505"/>
                  </a:lnTo>
                  <a:lnTo>
                    <a:pt x="0" y="462266"/>
                  </a:lnTo>
                  <a:lnTo>
                    <a:pt x="9430" y="430410"/>
                  </a:lnTo>
                  <a:cubicBezTo>
                    <a:pt x="26327" y="409121"/>
                    <a:pt x="61046" y="424188"/>
                    <a:pt x="85627" y="472746"/>
                  </a:cubicBezTo>
                  <a:cubicBezTo>
                    <a:pt x="108418" y="517775"/>
                    <a:pt x="118725" y="513053"/>
                    <a:pt x="161922" y="437807"/>
                  </a:cubicBezTo>
                  <a:cubicBezTo>
                    <a:pt x="241177" y="299704"/>
                    <a:pt x="442469" y="129829"/>
                    <a:pt x="611043" y="58739"/>
                  </a:cubicBezTo>
                  <a:cubicBezTo>
                    <a:pt x="706224" y="18603"/>
                    <a:pt x="825033" y="29"/>
                    <a:pt x="939990" y="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15121" cap="flat">
              <a:noFill/>
              <a:prstDash val="solid"/>
              <a:miter/>
            </a:ln>
          </p:spPr>
          <p:txBody>
            <a:bodyPr wrap="square">
              <a:noAutofit/>
            </a:bodyPr>
            <a:lstStyle/>
            <a:p>
              <a:endParaRPr lang="en-GB" sz="1200" dirty="0"/>
            </a:p>
          </p:txBody>
        </p:sp>
        <p:sp>
          <p:nvSpPr>
            <p:cNvPr id="10" name="Free-form: Shape 9">
              <a:extLst>
                <a:ext uri="{FF2B5EF4-FFF2-40B4-BE49-F238E27FC236}">
                  <a16:creationId xmlns:a16="http://schemas.microsoft.com/office/drawing/2014/main" id="{DF9E17CF-2AC1-B4D4-44E1-7F1DD4F4D9F1}"/>
                </a:ext>
              </a:extLst>
            </p:cNvPr>
            <p:cNvSpPr/>
            <p:nvPr/>
          </p:nvSpPr>
          <p:spPr>
            <a:xfrm flipH="1">
              <a:off x="5295014" y="4102333"/>
              <a:ext cx="777505" cy="1110915"/>
            </a:xfrm>
            <a:custGeom>
              <a:avLst/>
              <a:gdLst>
                <a:gd name="csX0" fmla="*/ 939990 w 1376501"/>
                <a:gd name="csY0" fmla="*/ 1 h 1859663"/>
                <a:gd name="csX1" fmla="*/ 1355449 w 1376501"/>
                <a:gd name="csY1" fmla="*/ 140447 h 1859663"/>
                <a:gd name="csX2" fmla="*/ 1258368 w 1376501"/>
                <a:gd name="csY2" fmla="*/ 575436 h 1859663"/>
                <a:gd name="csX3" fmla="*/ 1258368 w 1376501"/>
                <a:gd name="csY3" fmla="*/ 575425 h 1859663"/>
                <a:gd name="csX4" fmla="*/ 1102439 w 1376501"/>
                <a:gd name="csY4" fmla="*/ 896301 h 1859663"/>
                <a:gd name="csX5" fmla="*/ 978524 w 1376501"/>
                <a:gd name="csY5" fmla="*/ 915970 h 1859663"/>
                <a:gd name="csX6" fmla="*/ 893881 w 1376501"/>
                <a:gd name="csY6" fmla="*/ 912907 h 1859663"/>
                <a:gd name="csX7" fmla="*/ 953189 w 1376501"/>
                <a:gd name="csY7" fmla="*/ 1000602 h 1859663"/>
                <a:gd name="csX8" fmla="*/ 1048312 w 1376501"/>
                <a:gd name="csY8" fmla="*/ 1228163 h 1859663"/>
                <a:gd name="csX9" fmla="*/ 1017679 w 1376501"/>
                <a:gd name="csY9" fmla="*/ 1540838 h 1859663"/>
                <a:gd name="csX10" fmla="*/ 691656 w 1376501"/>
                <a:gd name="csY10" fmla="*/ 1859019 h 1859663"/>
                <a:gd name="csX11" fmla="*/ 555880 w 1376501"/>
                <a:gd name="csY11" fmla="*/ 1831104 h 1859663"/>
                <a:gd name="csX12" fmla="*/ 293345 w 1376501"/>
                <a:gd name="csY12" fmla="*/ 1495845 h 1859663"/>
                <a:gd name="csX13" fmla="*/ 61086 w 1376501"/>
                <a:gd name="csY13" fmla="*/ 1181119 h 1859663"/>
                <a:gd name="csX14" fmla="*/ 54706 w 1376501"/>
                <a:gd name="csY14" fmla="*/ 1334353 h 1859663"/>
                <a:gd name="csX15" fmla="*/ 19441 w 1376501"/>
                <a:gd name="csY15" fmla="*/ 1481126 h 1859663"/>
                <a:gd name="csX16" fmla="*/ 0 w 1376501"/>
                <a:gd name="csY16" fmla="*/ 1483505 h 1859663"/>
                <a:gd name="csX17" fmla="*/ 0 w 1376501"/>
                <a:gd name="csY17" fmla="*/ 462266 h 1859663"/>
                <a:gd name="csX18" fmla="*/ 9430 w 1376501"/>
                <a:gd name="csY18" fmla="*/ 430410 h 1859663"/>
                <a:gd name="csX19" fmla="*/ 85627 w 1376501"/>
                <a:gd name="csY19" fmla="*/ 472746 h 1859663"/>
                <a:gd name="csX20" fmla="*/ 161922 w 1376501"/>
                <a:gd name="csY20" fmla="*/ 437807 h 1859663"/>
                <a:gd name="csX21" fmla="*/ 611043 w 1376501"/>
                <a:gd name="csY21" fmla="*/ 58739 h 1859663"/>
                <a:gd name="csX22" fmla="*/ 939990 w 1376501"/>
                <a:gd name="csY22" fmla="*/ 1 h 185966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1376501" h="1859663">
                  <a:moveTo>
                    <a:pt x="939990" y="1"/>
                  </a:moveTo>
                  <a:cubicBezTo>
                    <a:pt x="1131585" y="-44"/>
                    <a:pt x="1312480" y="51427"/>
                    <a:pt x="1355449" y="140447"/>
                  </a:cubicBezTo>
                  <a:cubicBezTo>
                    <a:pt x="1393913" y="220104"/>
                    <a:pt x="1389422" y="240545"/>
                    <a:pt x="1258368" y="575436"/>
                  </a:cubicBezTo>
                  <a:lnTo>
                    <a:pt x="1258368" y="575425"/>
                  </a:lnTo>
                  <a:cubicBezTo>
                    <a:pt x="1194338" y="739404"/>
                    <a:pt x="1124089" y="883794"/>
                    <a:pt x="1102439" y="896301"/>
                  </a:cubicBezTo>
                  <a:cubicBezTo>
                    <a:pt x="1080903" y="908796"/>
                    <a:pt x="1025050" y="917651"/>
                    <a:pt x="978524" y="915970"/>
                  </a:cubicBezTo>
                  <a:lnTo>
                    <a:pt x="893881" y="912907"/>
                  </a:lnTo>
                  <a:lnTo>
                    <a:pt x="953189" y="1000602"/>
                  </a:lnTo>
                  <a:cubicBezTo>
                    <a:pt x="985780" y="1048832"/>
                    <a:pt x="1028620" y="1151235"/>
                    <a:pt x="1048312" y="1228163"/>
                  </a:cubicBezTo>
                  <a:cubicBezTo>
                    <a:pt x="1080558" y="1353885"/>
                    <a:pt x="1077448" y="1385520"/>
                    <a:pt x="1017679" y="1540838"/>
                  </a:cubicBezTo>
                  <a:cubicBezTo>
                    <a:pt x="929235" y="1770771"/>
                    <a:pt x="828929" y="1868647"/>
                    <a:pt x="691656" y="1859019"/>
                  </a:cubicBezTo>
                  <a:cubicBezTo>
                    <a:pt x="633729" y="1854954"/>
                    <a:pt x="572579" y="1842390"/>
                    <a:pt x="555880" y="1831104"/>
                  </a:cubicBezTo>
                  <a:cubicBezTo>
                    <a:pt x="539181" y="1819818"/>
                    <a:pt x="421082" y="1668956"/>
                    <a:pt x="293345" y="1495845"/>
                  </a:cubicBezTo>
                  <a:lnTo>
                    <a:pt x="61086" y="1181119"/>
                  </a:lnTo>
                  <a:lnTo>
                    <a:pt x="54706" y="1334353"/>
                  </a:lnTo>
                  <a:cubicBezTo>
                    <a:pt x="50543" y="1434061"/>
                    <a:pt x="44489" y="1470214"/>
                    <a:pt x="19441" y="1481126"/>
                  </a:cubicBezTo>
                  <a:lnTo>
                    <a:pt x="0" y="1483505"/>
                  </a:lnTo>
                  <a:lnTo>
                    <a:pt x="0" y="462266"/>
                  </a:lnTo>
                  <a:lnTo>
                    <a:pt x="9430" y="430410"/>
                  </a:lnTo>
                  <a:cubicBezTo>
                    <a:pt x="26327" y="409121"/>
                    <a:pt x="61046" y="424188"/>
                    <a:pt x="85627" y="472746"/>
                  </a:cubicBezTo>
                  <a:cubicBezTo>
                    <a:pt x="108418" y="517775"/>
                    <a:pt x="118725" y="513053"/>
                    <a:pt x="161922" y="437807"/>
                  </a:cubicBezTo>
                  <a:cubicBezTo>
                    <a:pt x="241177" y="299704"/>
                    <a:pt x="442469" y="129829"/>
                    <a:pt x="611043" y="58739"/>
                  </a:cubicBezTo>
                  <a:cubicBezTo>
                    <a:pt x="706224" y="18603"/>
                    <a:pt x="825033" y="29"/>
                    <a:pt x="939990" y="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15121" cap="flat">
              <a:noFill/>
              <a:prstDash val="solid"/>
              <a:miter/>
            </a:ln>
          </p:spPr>
          <p:txBody>
            <a:bodyPr wrap="square">
              <a:noAutofit/>
            </a:bodyPr>
            <a:lstStyle/>
            <a:p>
              <a:endParaRPr lang="en-GB" sz="1200"/>
            </a:p>
          </p:txBody>
        </p:sp>
        <p:sp>
          <p:nvSpPr>
            <p:cNvPr id="11" name="Free-form: Shape 10">
              <a:extLst>
                <a:ext uri="{FF2B5EF4-FFF2-40B4-BE49-F238E27FC236}">
                  <a16:creationId xmlns:a16="http://schemas.microsoft.com/office/drawing/2014/main" id="{03A8C256-C3F2-58D9-5220-480BC06A7CC0}"/>
                </a:ext>
              </a:extLst>
            </p:cNvPr>
            <p:cNvSpPr/>
            <p:nvPr/>
          </p:nvSpPr>
          <p:spPr>
            <a:xfrm>
              <a:off x="5783984" y="3903134"/>
              <a:ext cx="273281" cy="565083"/>
            </a:xfrm>
            <a:custGeom>
              <a:avLst/>
              <a:gdLst>
                <a:gd name="csX0" fmla="*/ 312099 w 314589"/>
                <a:gd name="csY0" fmla="*/ 592980 h 617011"/>
                <a:gd name="csX1" fmla="*/ 242249 w 314589"/>
                <a:gd name="csY1" fmla="*/ 180230 h 617011"/>
                <a:gd name="csX2" fmla="*/ 58099 w 314589"/>
                <a:gd name="csY2" fmla="*/ 8780 h 617011"/>
                <a:gd name="csX3" fmla="*/ 949 w 314589"/>
                <a:gd name="csY3" fmla="*/ 27830 h 617011"/>
                <a:gd name="csX4" fmla="*/ 26349 w 314589"/>
                <a:gd name="csY4" fmla="*/ 53230 h 617011"/>
                <a:gd name="csX5" fmla="*/ 77149 w 314589"/>
                <a:gd name="csY5" fmla="*/ 46880 h 617011"/>
                <a:gd name="csX6" fmla="*/ 178749 w 314589"/>
                <a:gd name="csY6" fmla="*/ 123080 h 617011"/>
                <a:gd name="csX7" fmla="*/ 254949 w 314589"/>
                <a:gd name="csY7" fmla="*/ 262780 h 617011"/>
                <a:gd name="csX8" fmla="*/ 293049 w 314589"/>
                <a:gd name="csY8" fmla="*/ 535830 h 617011"/>
                <a:gd name="csX9" fmla="*/ 312099 w 314589"/>
                <a:gd name="csY9" fmla="*/ 592980 h 617011"/>
                <a:gd name="csX0" fmla="*/ 312099 w 314801"/>
                <a:gd name="csY0" fmla="*/ 592980 h 619150"/>
                <a:gd name="csX1" fmla="*/ 242249 w 314801"/>
                <a:gd name="csY1" fmla="*/ 180230 h 619150"/>
                <a:gd name="csX2" fmla="*/ 58099 w 314801"/>
                <a:gd name="csY2" fmla="*/ 8780 h 619150"/>
                <a:gd name="csX3" fmla="*/ 949 w 314801"/>
                <a:gd name="csY3" fmla="*/ 27830 h 619150"/>
                <a:gd name="csX4" fmla="*/ 26349 w 314801"/>
                <a:gd name="csY4" fmla="*/ 53230 h 619150"/>
                <a:gd name="csX5" fmla="*/ 77149 w 314801"/>
                <a:gd name="csY5" fmla="*/ 46880 h 619150"/>
                <a:gd name="csX6" fmla="*/ 178749 w 314801"/>
                <a:gd name="csY6" fmla="*/ 123080 h 619150"/>
                <a:gd name="csX7" fmla="*/ 223992 w 314801"/>
                <a:gd name="csY7" fmla="*/ 200868 h 619150"/>
                <a:gd name="csX8" fmla="*/ 293049 w 314801"/>
                <a:gd name="csY8" fmla="*/ 535830 h 619150"/>
                <a:gd name="csX9" fmla="*/ 312099 w 314801"/>
                <a:gd name="csY9" fmla="*/ 592980 h 619150"/>
                <a:gd name="csX0" fmla="*/ 312099 w 314589"/>
                <a:gd name="csY0" fmla="*/ 592980 h 619150"/>
                <a:gd name="csX1" fmla="*/ 242249 w 314589"/>
                <a:gd name="csY1" fmla="*/ 180230 h 619150"/>
                <a:gd name="csX2" fmla="*/ 58099 w 314589"/>
                <a:gd name="csY2" fmla="*/ 8780 h 619150"/>
                <a:gd name="csX3" fmla="*/ 949 w 314589"/>
                <a:gd name="csY3" fmla="*/ 27830 h 619150"/>
                <a:gd name="csX4" fmla="*/ 26349 w 314589"/>
                <a:gd name="csY4" fmla="*/ 53230 h 619150"/>
                <a:gd name="csX5" fmla="*/ 77149 w 314589"/>
                <a:gd name="csY5" fmla="*/ 46880 h 619150"/>
                <a:gd name="csX6" fmla="*/ 178749 w 314589"/>
                <a:gd name="csY6" fmla="*/ 123080 h 619150"/>
                <a:gd name="csX7" fmla="*/ 235898 w 314589"/>
                <a:gd name="csY7" fmla="*/ 200868 h 619150"/>
                <a:gd name="csX8" fmla="*/ 293049 w 314589"/>
                <a:gd name="csY8" fmla="*/ 535830 h 619150"/>
                <a:gd name="csX9" fmla="*/ 312099 w 314589"/>
                <a:gd name="csY9" fmla="*/ 592980 h 619150"/>
                <a:gd name="csX0" fmla="*/ 312099 w 315918"/>
                <a:gd name="csY0" fmla="*/ 592980 h 621912"/>
                <a:gd name="csX1" fmla="*/ 242249 w 315918"/>
                <a:gd name="csY1" fmla="*/ 180230 h 621912"/>
                <a:gd name="csX2" fmla="*/ 58099 w 315918"/>
                <a:gd name="csY2" fmla="*/ 8780 h 621912"/>
                <a:gd name="csX3" fmla="*/ 949 w 315918"/>
                <a:gd name="csY3" fmla="*/ 27830 h 621912"/>
                <a:gd name="csX4" fmla="*/ 26349 w 315918"/>
                <a:gd name="csY4" fmla="*/ 53230 h 621912"/>
                <a:gd name="csX5" fmla="*/ 77149 w 315918"/>
                <a:gd name="csY5" fmla="*/ 46880 h 621912"/>
                <a:gd name="csX6" fmla="*/ 178749 w 315918"/>
                <a:gd name="csY6" fmla="*/ 123080 h 621912"/>
                <a:gd name="csX7" fmla="*/ 293049 w 315918"/>
                <a:gd name="csY7" fmla="*/ 535830 h 621912"/>
                <a:gd name="csX8" fmla="*/ 312099 w 315918"/>
                <a:gd name="csY8" fmla="*/ 592980 h 621912"/>
                <a:gd name="csX0" fmla="*/ 312099 w 314756"/>
                <a:gd name="csY0" fmla="*/ 592980 h 619523"/>
                <a:gd name="csX1" fmla="*/ 242249 w 314756"/>
                <a:gd name="csY1" fmla="*/ 180230 h 619523"/>
                <a:gd name="csX2" fmla="*/ 58099 w 314756"/>
                <a:gd name="csY2" fmla="*/ 8780 h 619523"/>
                <a:gd name="csX3" fmla="*/ 949 w 314756"/>
                <a:gd name="csY3" fmla="*/ 27830 h 619523"/>
                <a:gd name="csX4" fmla="*/ 26349 w 314756"/>
                <a:gd name="csY4" fmla="*/ 53230 h 619523"/>
                <a:gd name="csX5" fmla="*/ 77149 w 314756"/>
                <a:gd name="csY5" fmla="*/ 46880 h 619523"/>
                <a:gd name="csX6" fmla="*/ 226374 w 314756"/>
                <a:gd name="csY6" fmla="*/ 189755 h 619523"/>
                <a:gd name="csX7" fmla="*/ 293049 w 314756"/>
                <a:gd name="csY7" fmla="*/ 535830 h 619523"/>
                <a:gd name="csX8" fmla="*/ 312099 w 314756"/>
                <a:gd name="csY8" fmla="*/ 592980 h 619523"/>
                <a:gd name="csX0" fmla="*/ 312099 w 316494"/>
                <a:gd name="csY0" fmla="*/ 592980 h 618799"/>
                <a:gd name="csX1" fmla="*/ 242249 w 316494"/>
                <a:gd name="csY1" fmla="*/ 180230 h 618799"/>
                <a:gd name="csX2" fmla="*/ 58099 w 316494"/>
                <a:gd name="csY2" fmla="*/ 8780 h 618799"/>
                <a:gd name="csX3" fmla="*/ 949 w 316494"/>
                <a:gd name="csY3" fmla="*/ 27830 h 618799"/>
                <a:gd name="csX4" fmla="*/ 26349 w 316494"/>
                <a:gd name="csY4" fmla="*/ 53230 h 618799"/>
                <a:gd name="csX5" fmla="*/ 77149 w 316494"/>
                <a:gd name="csY5" fmla="*/ 46880 h 618799"/>
                <a:gd name="csX6" fmla="*/ 226374 w 316494"/>
                <a:gd name="csY6" fmla="*/ 189755 h 618799"/>
                <a:gd name="csX7" fmla="*/ 300193 w 316494"/>
                <a:gd name="csY7" fmla="*/ 533449 h 618799"/>
                <a:gd name="csX8" fmla="*/ 312099 w 316494"/>
                <a:gd name="csY8" fmla="*/ 592980 h 6187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16494" h="618799">
                  <a:moveTo>
                    <a:pt x="312099" y="592980"/>
                  </a:moveTo>
                  <a:cubicBezTo>
                    <a:pt x="302442" y="534110"/>
                    <a:pt x="284582" y="277597"/>
                    <a:pt x="242249" y="180230"/>
                  </a:cubicBezTo>
                  <a:cubicBezTo>
                    <a:pt x="199916" y="82863"/>
                    <a:pt x="98316" y="34180"/>
                    <a:pt x="58099" y="8780"/>
                  </a:cubicBezTo>
                  <a:cubicBezTo>
                    <a:pt x="17882" y="-16620"/>
                    <a:pt x="6241" y="20422"/>
                    <a:pt x="949" y="27830"/>
                  </a:cubicBezTo>
                  <a:cubicBezTo>
                    <a:pt x="-4343" y="35238"/>
                    <a:pt x="13649" y="50055"/>
                    <a:pt x="26349" y="53230"/>
                  </a:cubicBezTo>
                  <a:cubicBezTo>
                    <a:pt x="39049" y="56405"/>
                    <a:pt x="43812" y="24126"/>
                    <a:pt x="77149" y="46880"/>
                  </a:cubicBezTo>
                  <a:cubicBezTo>
                    <a:pt x="110487" y="69634"/>
                    <a:pt x="189200" y="108660"/>
                    <a:pt x="226374" y="189755"/>
                  </a:cubicBezTo>
                  <a:cubicBezTo>
                    <a:pt x="263548" y="270850"/>
                    <a:pt x="285906" y="466245"/>
                    <a:pt x="300193" y="533449"/>
                  </a:cubicBezTo>
                  <a:cubicBezTo>
                    <a:pt x="314480" y="600653"/>
                    <a:pt x="321756" y="651850"/>
                    <a:pt x="312099" y="59298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dirty="0"/>
            </a:p>
          </p:txBody>
        </p:sp>
        <p:sp>
          <p:nvSpPr>
            <p:cNvPr id="12" name="Free-form: Shape 11">
              <a:extLst>
                <a:ext uri="{FF2B5EF4-FFF2-40B4-BE49-F238E27FC236}">
                  <a16:creationId xmlns:a16="http://schemas.microsoft.com/office/drawing/2014/main" id="{DE70FA4B-69F0-E7EE-F451-CF0475F2B62B}"/>
                </a:ext>
              </a:extLst>
            </p:cNvPr>
            <p:cNvSpPr/>
            <p:nvPr/>
          </p:nvSpPr>
          <p:spPr>
            <a:xfrm flipH="1">
              <a:off x="6065754" y="3903133"/>
              <a:ext cx="273281" cy="565083"/>
            </a:xfrm>
            <a:custGeom>
              <a:avLst/>
              <a:gdLst>
                <a:gd name="csX0" fmla="*/ 312099 w 314589"/>
                <a:gd name="csY0" fmla="*/ 592980 h 617011"/>
                <a:gd name="csX1" fmla="*/ 242249 w 314589"/>
                <a:gd name="csY1" fmla="*/ 180230 h 617011"/>
                <a:gd name="csX2" fmla="*/ 58099 w 314589"/>
                <a:gd name="csY2" fmla="*/ 8780 h 617011"/>
                <a:gd name="csX3" fmla="*/ 949 w 314589"/>
                <a:gd name="csY3" fmla="*/ 27830 h 617011"/>
                <a:gd name="csX4" fmla="*/ 26349 w 314589"/>
                <a:gd name="csY4" fmla="*/ 53230 h 617011"/>
                <a:gd name="csX5" fmla="*/ 77149 w 314589"/>
                <a:gd name="csY5" fmla="*/ 46880 h 617011"/>
                <a:gd name="csX6" fmla="*/ 178749 w 314589"/>
                <a:gd name="csY6" fmla="*/ 123080 h 617011"/>
                <a:gd name="csX7" fmla="*/ 254949 w 314589"/>
                <a:gd name="csY7" fmla="*/ 262780 h 617011"/>
                <a:gd name="csX8" fmla="*/ 293049 w 314589"/>
                <a:gd name="csY8" fmla="*/ 535830 h 617011"/>
                <a:gd name="csX9" fmla="*/ 312099 w 314589"/>
                <a:gd name="csY9" fmla="*/ 592980 h 617011"/>
                <a:gd name="csX0" fmla="*/ 312099 w 314801"/>
                <a:gd name="csY0" fmla="*/ 592980 h 619150"/>
                <a:gd name="csX1" fmla="*/ 242249 w 314801"/>
                <a:gd name="csY1" fmla="*/ 180230 h 619150"/>
                <a:gd name="csX2" fmla="*/ 58099 w 314801"/>
                <a:gd name="csY2" fmla="*/ 8780 h 619150"/>
                <a:gd name="csX3" fmla="*/ 949 w 314801"/>
                <a:gd name="csY3" fmla="*/ 27830 h 619150"/>
                <a:gd name="csX4" fmla="*/ 26349 w 314801"/>
                <a:gd name="csY4" fmla="*/ 53230 h 619150"/>
                <a:gd name="csX5" fmla="*/ 77149 w 314801"/>
                <a:gd name="csY5" fmla="*/ 46880 h 619150"/>
                <a:gd name="csX6" fmla="*/ 178749 w 314801"/>
                <a:gd name="csY6" fmla="*/ 123080 h 619150"/>
                <a:gd name="csX7" fmla="*/ 223992 w 314801"/>
                <a:gd name="csY7" fmla="*/ 200868 h 619150"/>
                <a:gd name="csX8" fmla="*/ 293049 w 314801"/>
                <a:gd name="csY8" fmla="*/ 535830 h 619150"/>
                <a:gd name="csX9" fmla="*/ 312099 w 314801"/>
                <a:gd name="csY9" fmla="*/ 592980 h 619150"/>
                <a:gd name="csX0" fmla="*/ 312099 w 314589"/>
                <a:gd name="csY0" fmla="*/ 592980 h 619150"/>
                <a:gd name="csX1" fmla="*/ 242249 w 314589"/>
                <a:gd name="csY1" fmla="*/ 180230 h 619150"/>
                <a:gd name="csX2" fmla="*/ 58099 w 314589"/>
                <a:gd name="csY2" fmla="*/ 8780 h 619150"/>
                <a:gd name="csX3" fmla="*/ 949 w 314589"/>
                <a:gd name="csY3" fmla="*/ 27830 h 619150"/>
                <a:gd name="csX4" fmla="*/ 26349 w 314589"/>
                <a:gd name="csY4" fmla="*/ 53230 h 619150"/>
                <a:gd name="csX5" fmla="*/ 77149 w 314589"/>
                <a:gd name="csY5" fmla="*/ 46880 h 619150"/>
                <a:gd name="csX6" fmla="*/ 178749 w 314589"/>
                <a:gd name="csY6" fmla="*/ 123080 h 619150"/>
                <a:gd name="csX7" fmla="*/ 235898 w 314589"/>
                <a:gd name="csY7" fmla="*/ 200868 h 619150"/>
                <a:gd name="csX8" fmla="*/ 293049 w 314589"/>
                <a:gd name="csY8" fmla="*/ 535830 h 619150"/>
                <a:gd name="csX9" fmla="*/ 312099 w 314589"/>
                <a:gd name="csY9" fmla="*/ 592980 h 619150"/>
                <a:gd name="csX0" fmla="*/ 312099 w 315918"/>
                <a:gd name="csY0" fmla="*/ 592980 h 621912"/>
                <a:gd name="csX1" fmla="*/ 242249 w 315918"/>
                <a:gd name="csY1" fmla="*/ 180230 h 621912"/>
                <a:gd name="csX2" fmla="*/ 58099 w 315918"/>
                <a:gd name="csY2" fmla="*/ 8780 h 621912"/>
                <a:gd name="csX3" fmla="*/ 949 w 315918"/>
                <a:gd name="csY3" fmla="*/ 27830 h 621912"/>
                <a:gd name="csX4" fmla="*/ 26349 w 315918"/>
                <a:gd name="csY4" fmla="*/ 53230 h 621912"/>
                <a:gd name="csX5" fmla="*/ 77149 w 315918"/>
                <a:gd name="csY5" fmla="*/ 46880 h 621912"/>
                <a:gd name="csX6" fmla="*/ 178749 w 315918"/>
                <a:gd name="csY6" fmla="*/ 123080 h 621912"/>
                <a:gd name="csX7" fmla="*/ 293049 w 315918"/>
                <a:gd name="csY7" fmla="*/ 535830 h 621912"/>
                <a:gd name="csX8" fmla="*/ 312099 w 315918"/>
                <a:gd name="csY8" fmla="*/ 592980 h 621912"/>
                <a:gd name="csX0" fmla="*/ 312099 w 314756"/>
                <a:gd name="csY0" fmla="*/ 592980 h 619523"/>
                <a:gd name="csX1" fmla="*/ 242249 w 314756"/>
                <a:gd name="csY1" fmla="*/ 180230 h 619523"/>
                <a:gd name="csX2" fmla="*/ 58099 w 314756"/>
                <a:gd name="csY2" fmla="*/ 8780 h 619523"/>
                <a:gd name="csX3" fmla="*/ 949 w 314756"/>
                <a:gd name="csY3" fmla="*/ 27830 h 619523"/>
                <a:gd name="csX4" fmla="*/ 26349 w 314756"/>
                <a:gd name="csY4" fmla="*/ 53230 h 619523"/>
                <a:gd name="csX5" fmla="*/ 77149 w 314756"/>
                <a:gd name="csY5" fmla="*/ 46880 h 619523"/>
                <a:gd name="csX6" fmla="*/ 226374 w 314756"/>
                <a:gd name="csY6" fmla="*/ 189755 h 619523"/>
                <a:gd name="csX7" fmla="*/ 293049 w 314756"/>
                <a:gd name="csY7" fmla="*/ 535830 h 619523"/>
                <a:gd name="csX8" fmla="*/ 312099 w 314756"/>
                <a:gd name="csY8" fmla="*/ 592980 h 619523"/>
                <a:gd name="csX0" fmla="*/ 312099 w 316494"/>
                <a:gd name="csY0" fmla="*/ 592980 h 618799"/>
                <a:gd name="csX1" fmla="*/ 242249 w 316494"/>
                <a:gd name="csY1" fmla="*/ 180230 h 618799"/>
                <a:gd name="csX2" fmla="*/ 58099 w 316494"/>
                <a:gd name="csY2" fmla="*/ 8780 h 618799"/>
                <a:gd name="csX3" fmla="*/ 949 w 316494"/>
                <a:gd name="csY3" fmla="*/ 27830 h 618799"/>
                <a:gd name="csX4" fmla="*/ 26349 w 316494"/>
                <a:gd name="csY4" fmla="*/ 53230 h 618799"/>
                <a:gd name="csX5" fmla="*/ 77149 w 316494"/>
                <a:gd name="csY5" fmla="*/ 46880 h 618799"/>
                <a:gd name="csX6" fmla="*/ 226374 w 316494"/>
                <a:gd name="csY6" fmla="*/ 189755 h 618799"/>
                <a:gd name="csX7" fmla="*/ 300193 w 316494"/>
                <a:gd name="csY7" fmla="*/ 533449 h 618799"/>
                <a:gd name="csX8" fmla="*/ 312099 w 316494"/>
                <a:gd name="csY8" fmla="*/ 592980 h 6187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16494" h="618799">
                  <a:moveTo>
                    <a:pt x="312099" y="592980"/>
                  </a:moveTo>
                  <a:cubicBezTo>
                    <a:pt x="302442" y="534110"/>
                    <a:pt x="284582" y="277597"/>
                    <a:pt x="242249" y="180230"/>
                  </a:cubicBezTo>
                  <a:cubicBezTo>
                    <a:pt x="199916" y="82863"/>
                    <a:pt x="98316" y="34180"/>
                    <a:pt x="58099" y="8780"/>
                  </a:cubicBezTo>
                  <a:cubicBezTo>
                    <a:pt x="17882" y="-16620"/>
                    <a:pt x="6241" y="20422"/>
                    <a:pt x="949" y="27830"/>
                  </a:cubicBezTo>
                  <a:cubicBezTo>
                    <a:pt x="-4343" y="35238"/>
                    <a:pt x="13649" y="50055"/>
                    <a:pt x="26349" y="53230"/>
                  </a:cubicBezTo>
                  <a:cubicBezTo>
                    <a:pt x="39049" y="56405"/>
                    <a:pt x="43812" y="24126"/>
                    <a:pt x="77149" y="46880"/>
                  </a:cubicBezTo>
                  <a:cubicBezTo>
                    <a:pt x="110487" y="69634"/>
                    <a:pt x="189200" y="108660"/>
                    <a:pt x="226374" y="189755"/>
                  </a:cubicBezTo>
                  <a:cubicBezTo>
                    <a:pt x="263548" y="270850"/>
                    <a:pt x="285906" y="466245"/>
                    <a:pt x="300193" y="533449"/>
                  </a:cubicBezTo>
                  <a:cubicBezTo>
                    <a:pt x="314480" y="600653"/>
                    <a:pt x="321756" y="651850"/>
                    <a:pt x="312099" y="59298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/>
            </a:p>
          </p:txBody>
        </p:sp>
      </p:grpSp>
    </p:spTree>
    <p:extLst>
      <p:ext uri="{BB962C8B-B14F-4D97-AF65-F5344CB8AC3E}">
        <p14:creationId xmlns:p14="http://schemas.microsoft.com/office/powerpoint/2010/main" val="3572809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14F7E-057A-67D4-3701-9257F2154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0A6B52A-E4ED-D8EE-7A41-8F394EB0605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2727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E48379-94DB-27A2-1B9B-0648E92ED68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06" t="4091" r="2876" b="384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7C843ED-E03F-157A-64FE-3540889B7812}"/>
              </a:ext>
            </a:extLst>
          </p:cNvPr>
          <p:cNvSpPr/>
          <p:nvPr/>
        </p:nvSpPr>
        <p:spPr>
          <a:xfrm>
            <a:off x="2888611" y="2197333"/>
            <a:ext cx="6337301" cy="3810000"/>
          </a:xfrm>
          <a:prstGeom prst="roundRect">
            <a:avLst>
              <a:gd name="adj" fmla="val 1229"/>
            </a:avLst>
          </a:prstGeom>
          <a:solidFill>
            <a:srgbClr val="6F6F6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93F06F-6881-54A5-FF4A-47E70DF7A2C3}"/>
              </a:ext>
            </a:extLst>
          </p:cNvPr>
          <p:cNvSpPr txBox="1"/>
          <p:nvPr/>
        </p:nvSpPr>
        <p:spPr>
          <a:xfrm>
            <a:off x="2888611" y="2197333"/>
            <a:ext cx="6414778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u="sng" dirty="0">
                <a:solidFill>
                  <a:schemeClr val="bg1"/>
                </a:solidFill>
              </a:rPr>
              <a:t>Our Experiment</a:t>
            </a:r>
            <a:br>
              <a:rPr lang="en-GB" sz="2400" dirty="0">
                <a:solidFill>
                  <a:schemeClr val="bg1"/>
                </a:solidFill>
              </a:rPr>
            </a:br>
            <a:endParaRPr lang="en-GB" sz="2000" dirty="0">
              <a:solidFill>
                <a:schemeClr val="bg1"/>
              </a:solidFill>
            </a:endParaRPr>
          </a:p>
          <a:p>
            <a:pPr algn="ctr"/>
            <a:r>
              <a:rPr lang="en-GB" dirty="0">
                <a:solidFill>
                  <a:schemeClr val="bg1"/>
                </a:solidFill>
              </a:rPr>
              <a:t>Your task is simple. You will be shown a series of butterflies flying across the screen. Your job is to try and catch them as quickly and accurately as you can before they fly off the screen!</a:t>
            </a:r>
            <a:endParaRPr lang="en-GB" sz="2000" dirty="0">
              <a:solidFill>
                <a:schemeClr val="bg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E34B19D-A93A-32A4-5171-405664EE07D4}"/>
              </a:ext>
            </a:extLst>
          </p:cNvPr>
          <p:cNvSpPr/>
          <p:nvPr/>
        </p:nvSpPr>
        <p:spPr>
          <a:xfrm>
            <a:off x="4316188" y="5397081"/>
            <a:ext cx="3559624" cy="401257"/>
          </a:xfrm>
          <a:prstGeom prst="roundRect">
            <a:avLst/>
          </a:prstGeom>
          <a:solidFill>
            <a:srgbClr val="6C788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Touch the Screen for Next Slide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2F20C56-635A-06EB-CEE9-958AE92B0A71}"/>
              </a:ext>
            </a:extLst>
          </p:cNvPr>
          <p:cNvGrpSpPr/>
          <p:nvPr/>
        </p:nvGrpSpPr>
        <p:grpSpPr>
          <a:xfrm>
            <a:off x="5549945" y="4074770"/>
            <a:ext cx="1014631" cy="787332"/>
            <a:chOff x="793975" y="4258473"/>
            <a:chExt cx="1576276" cy="1223157"/>
          </a:xfrm>
        </p:grpSpPr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96C9AABA-CB82-AC66-7A88-C4A603A2B5F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603889">
              <a:off x="1218928" y="4659257"/>
              <a:ext cx="1151323" cy="822373"/>
            </a:xfrm>
            <a:prstGeom prst="rect">
              <a:avLst/>
            </a:prstGeom>
          </p:spPr>
        </p:pic>
        <p:pic>
          <p:nvPicPr>
            <p:cNvPr id="12" name="Graphic 11" descr="Touchscreen with solid fill">
              <a:extLst>
                <a:ext uri="{FF2B5EF4-FFF2-40B4-BE49-F238E27FC236}">
                  <a16:creationId xmlns:a16="http://schemas.microsoft.com/office/drawing/2014/main" id="{922CECF8-8027-8D02-E850-B83CFFD8D41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6131219">
              <a:off x="793975" y="4258473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20589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866D4-409F-B23A-32E5-BDCA59E4A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84FF30D-3673-9494-B281-26137F771C1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2727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20B5F0-270B-7D00-7E7B-C158903C009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06" t="4091" r="2876" b="384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3A8428F-9A60-F69F-1FB6-232728142EF1}"/>
              </a:ext>
            </a:extLst>
          </p:cNvPr>
          <p:cNvSpPr/>
          <p:nvPr/>
        </p:nvSpPr>
        <p:spPr>
          <a:xfrm>
            <a:off x="2888611" y="2197333"/>
            <a:ext cx="6337301" cy="3810000"/>
          </a:xfrm>
          <a:prstGeom prst="roundRect">
            <a:avLst>
              <a:gd name="adj" fmla="val 1229"/>
            </a:avLst>
          </a:prstGeom>
          <a:solidFill>
            <a:srgbClr val="6F6F6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DAA910-413F-E175-9DBF-E4E51380986B}"/>
              </a:ext>
            </a:extLst>
          </p:cNvPr>
          <p:cNvSpPr txBox="1"/>
          <p:nvPr/>
        </p:nvSpPr>
        <p:spPr>
          <a:xfrm>
            <a:off x="2888611" y="2197333"/>
            <a:ext cx="641477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u="sng" dirty="0">
                <a:solidFill>
                  <a:schemeClr val="bg1"/>
                </a:solidFill>
              </a:rPr>
              <a:t>Our Experiment</a:t>
            </a:r>
            <a:br>
              <a:rPr lang="en-GB" sz="2400" dirty="0">
                <a:solidFill>
                  <a:schemeClr val="bg1"/>
                </a:solidFill>
              </a:rPr>
            </a:br>
            <a:endParaRPr lang="en-GB" sz="2400" dirty="0">
              <a:solidFill>
                <a:schemeClr val="bg1"/>
              </a:solidFill>
            </a:endParaRPr>
          </a:p>
          <a:p>
            <a:pPr algn="ctr"/>
            <a:r>
              <a:rPr lang="en-GB" sz="2000" dirty="0">
                <a:solidFill>
                  <a:schemeClr val="bg1"/>
                </a:solidFill>
              </a:rPr>
              <a:t>Before you see the butterfly, you will need to touch a white circle that appears in one of the four corners of the screen. This will indicate where the butterfly will start from.</a:t>
            </a:r>
            <a:endParaRPr lang="en-GB" sz="2400" dirty="0">
              <a:solidFill>
                <a:schemeClr val="bg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FA78221-29D6-50D0-155E-9A1DAF3C1FD5}"/>
              </a:ext>
            </a:extLst>
          </p:cNvPr>
          <p:cNvSpPr/>
          <p:nvPr/>
        </p:nvSpPr>
        <p:spPr>
          <a:xfrm>
            <a:off x="4316188" y="5397081"/>
            <a:ext cx="3559624" cy="401257"/>
          </a:xfrm>
          <a:prstGeom prst="roundRect">
            <a:avLst/>
          </a:prstGeom>
          <a:solidFill>
            <a:srgbClr val="6C788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Touch the Screen for Next Slide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0D59B14-F1A7-736C-B746-2BC76EC3F245}"/>
              </a:ext>
            </a:extLst>
          </p:cNvPr>
          <p:cNvGrpSpPr/>
          <p:nvPr/>
        </p:nvGrpSpPr>
        <p:grpSpPr>
          <a:xfrm>
            <a:off x="5662746" y="4406504"/>
            <a:ext cx="789030" cy="556531"/>
            <a:chOff x="1192208" y="4620418"/>
            <a:chExt cx="1418633" cy="1000612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F92004E-DA29-97D6-D3E5-9FA455B90383}"/>
                </a:ext>
              </a:extLst>
            </p:cNvPr>
            <p:cNvSpPr/>
            <p:nvPr/>
          </p:nvSpPr>
          <p:spPr>
            <a:xfrm>
              <a:off x="1746841" y="4757030"/>
              <a:ext cx="864000" cy="864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6" name="Graphic 5" descr="Touchscreen with solid fill">
              <a:extLst>
                <a:ext uri="{FF2B5EF4-FFF2-40B4-BE49-F238E27FC236}">
                  <a16:creationId xmlns:a16="http://schemas.microsoft.com/office/drawing/2014/main" id="{DB889120-5BDC-4F63-9378-CD896FD1E8A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6131219">
              <a:off x="1192208" y="4620418"/>
              <a:ext cx="914400" cy="914400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0A8894B-93D6-54F4-F8E2-E3B07E51DEA5}"/>
              </a:ext>
            </a:extLst>
          </p:cNvPr>
          <p:cNvGrpSpPr/>
          <p:nvPr/>
        </p:nvGrpSpPr>
        <p:grpSpPr>
          <a:xfrm>
            <a:off x="337696" y="1619250"/>
            <a:ext cx="11569137" cy="4754978"/>
            <a:chOff x="337696" y="2072388"/>
            <a:chExt cx="11569137" cy="4301840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312907BA-B63A-E604-3B12-FBA3D3B7A285}"/>
                </a:ext>
              </a:extLst>
            </p:cNvPr>
            <p:cNvGrpSpPr/>
            <p:nvPr/>
          </p:nvGrpSpPr>
          <p:grpSpPr>
            <a:xfrm flipH="1">
              <a:off x="337696" y="2072388"/>
              <a:ext cx="821119" cy="4301840"/>
              <a:chOff x="11350742" y="4273518"/>
              <a:chExt cx="217715" cy="1631252"/>
            </a:xfrm>
            <a:solidFill>
              <a:schemeClr val="bg1">
                <a:lumMod val="75000"/>
              </a:schemeClr>
            </a:solidFill>
          </p:grpSpPr>
          <p:sp>
            <p:nvSpPr>
              <p:cNvPr id="14" name="Arrow: Up 13">
                <a:extLst>
                  <a:ext uri="{FF2B5EF4-FFF2-40B4-BE49-F238E27FC236}">
                    <a16:creationId xmlns:a16="http://schemas.microsoft.com/office/drawing/2014/main" id="{26A90A65-815F-4B72-D322-8562C6849DFE}"/>
                  </a:ext>
                </a:extLst>
              </p:cNvPr>
              <p:cNvSpPr/>
              <p:nvPr/>
            </p:nvSpPr>
            <p:spPr>
              <a:xfrm rot="2700000">
                <a:off x="11350742" y="4276516"/>
                <a:ext cx="217715" cy="211720"/>
              </a:xfrm>
              <a:prstGeom prst="upArrow">
                <a:avLst/>
              </a:prstGeom>
              <a:grpFill/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5" name="Arrow: Up 14">
                <a:extLst>
                  <a:ext uri="{FF2B5EF4-FFF2-40B4-BE49-F238E27FC236}">
                    <a16:creationId xmlns:a16="http://schemas.microsoft.com/office/drawing/2014/main" id="{C4DF3D9B-0AB4-8F17-DE1F-D7D34F0F1E9D}"/>
                  </a:ext>
                </a:extLst>
              </p:cNvPr>
              <p:cNvSpPr/>
              <p:nvPr/>
            </p:nvSpPr>
            <p:spPr>
              <a:xfrm rot="18900000" flipV="1">
                <a:off x="11350742" y="5693050"/>
                <a:ext cx="217715" cy="211720"/>
              </a:xfrm>
              <a:prstGeom prst="upArrow">
                <a:avLst/>
              </a:prstGeom>
              <a:grpFill/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9116BE03-95A2-3A65-32A6-B8426467DB5D}"/>
                </a:ext>
              </a:extLst>
            </p:cNvPr>
            <p:cNvGrpSpPr/>
            <p:nvPr/>
          </p:nvGrpSpPr>
          <p:grpSpPr>
            <a:xfrm>
              <a:off x="11085714" y="2072388"/>
              <a:ext cx="821119" cy="4301840"/>
              <a:chOff x="11350742" y="4273518"/>
              <a:chExt cx="217715" cy="1631252"/>
            </a:xfrm>
            <a:solidFill>
              <a:schemeClr val="bg1">
                <a:lumMod val="75000"/>
              </a:schemeClr>
            </a:solidFill>
          </p:grpSpPr>
          <p:sp>
            <p:nvSpPr>
              <p:cNvPr id="17" name="Arrow: Up 16">
                <a:extLst>
                  <a:ext uri="{FF2B5EF4-FFF2-40B4-BE49-F238E27FC236}">
                    <a16:creationId xmlns:a16="http://schemas.microsoft.com/office/drawing/2014/main" id="{00C9B194-98CB-3182-FF04-0F008DB13D7B}"/>
                  </a:ext>
                </a:extLst>
              </p:cNvPr>
              <p:cNvSpPr/>
              <p:nvPr/>
            </p:nvSpPr>
            <p:spPr>
              <a:xfrm rot="2700000">
                <a:off x="11350742" y="4276516"/>
                <a:ext cx="217715" cy="211720"/>
              </a:xfrm>
              <a:prstGeom prst="upArrow">
                <a:avLst/>
              </a:prstGeom>
              <a:grpFill/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8" name="Arrow: Up 17">
                <a:extLst>
                  <a:ext uri="{FF2B5EF4-FFF2-40B4-BE49-F238E27FC236}">
                    <a16:creationId xmlns:a16="http://schemas.microsoft.com/office/drawing/2014/main" id="{D4A07F8B-941A-E2FA-BF6E-5EFBABC26CB2}"/>
                  </a:ext>
                </a:extLst>
              </p:cNvPr>
              <p:cNvSpPr/>
              <p:nvPr/>
            </p:nvSpPr>
            <p:spPr>
              <a:xfrm rot="18900000" flipV="1">
                <a:off x="11350742" y="5693050"/>
                <a:ext cx="217715" cy="211720"/>
              </a:xfrm>
              <a:prstGeom prst="upArrow">
                <a:avLst/>
              </a:prstGeom>
              <a:grpFill/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70402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65B40-3105-9DDB-7F49-C2029E5B9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AFB34B7-9FF7-36C1-F06F-36DCEFE6DE3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2727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CF0BCBE-9BD4-9CA3-DD5E-5A4002143DF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06" t="4091" r="2876" b="384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E1AB0E2-DB82-6633-D9AF-ADF309DD1758}"/>
              </a:ext>
            </a:extLst>
          </p:cNvPr>
          <p:cNvSpPr/>
          <p:nvPr/>
        </p:nvSpPr>
        <p:spPr>
          <a:xfrm>
            <a:off x="2888611" y="2197333"/>
            <a:ext cx="6337301" cy="3810000"/>
          </a:xfrm>
          <a:prstGeom prst="roundRect">
            <a:avLst>
              <a:gd name="adj" fmla="val 1229"/>
            </a:avLst>
          </a:prstGeom>
          <a:solidFill>
            <a:srgbClr val="6F6F6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30823F-A2F4-2F5D-483D-7126AC4B51AF}"/>
              </a:ext>
            </a:extLst>
          </p:cNvPr>
          <p:cNvSpPr txBox="1"/>
          <p:nvPr/>
        </p:nvSpPr>
        <p:spPr>
          <a:xfrm>
            <a:off x="2888611" y="2197333"/>
            <a:ext cx="641477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u="sng" dirty="0">
                <a:solidFill>
                  <a:schemeClr val="bg1"/>
                </a:solidFill>
              </a:rPr>
              <a:t>Our Experiment</a:t>
            </a:r>
            <a:br>
              <a:rPr lang="en-GB" sz="2400" dirty="0">
                <a:solidFill>
                  <a:schemeClr val="bg1"/>
                </a:solidFill>
              </a:rPr>
            </a:br>
            <a:endParaRPr lang="en-GB" sz="2400" dirty="0">
              <a:solidFill>
                <a:schemeClr val="bg1"/>
              </a:solidFill>
            </a:endParaRPr>
          </a:p>
          <a:p>
            <a:pPr algn="ctr"/>
            <a:r>
              <a:rPr lang="en-GB" sz="2000" dirty="0">
                <a:solidFill>
                  <a:schemeClr val="bg1"/>
                </a:solidFill>
              </a:rPr>
              <a:t>You will only have </a:t>
            </a:r>
            <a:r>
              <a:rPr lang="en-GB" sz="2000" u="sng" dirty="0">
                <a:solidFill>
                  <a:schemeClr val="bg1"/>
                </a:solidFill>
              </a:rPr>
              <a:t>one chance </a:t>
            </a:r>
            <a:r>
              <a:rPr lang="en-GB" sz="2000" dirty="0">
                <a:solidFill>
                  <a:schemeClr val="bg1"/>
                </a:solidFill>
              </a:rPr>
              <a:t>to capture each butterfly.</a:t>
            </a:r>
          </a:p>
          <a:p>
            <a:pPr algn="ctr"/>
            <a:endParaRPr lang="en-GB" sz="2000" dirty="0">
              <a:solidFill>
                <a:schemeClr val="bg1"/>
              </a:solidFill>
            </a:endParaRPr>
          </a:p>
          <a:p>
            <a:pPr algn="ctr"/>
            <a:r>
              <a:rPr lang="en-GB" sz="2000" dirty="0">
                <a:solidFill>
                  <a:schemeClr val="bg1"/>
                </a:solidFill>
              </a:rPr>
              <a:t>If you have a long sleeve, pull it back if you can, only use one finger to tap the butterfly.</a:t>
            </a:r>
            <a:endParaRPr lang="en-GB" sz="2400" dirty="0">
              <a:solidFill>
                <a:schemeClr val="bg1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44DD0EE-9504-D795-8609-F667D2FB92BF}"/>
              </a:ext>
            </a:extLst>
          </p:cNvPr>
          <p:cNvSpPr/>
          <p:nvPr/>
        </p:nvSpPr>
        <p:spPr>
          <a:xfrm>
            <a:off x="4316188" y="5397081"/>
            <a:ext cx="3559624" cy="401257"/>
          </a:xfrm>
          <a:prstGeom prst="roundRect">
            <a:avLst/>
          </a:prstGeom>
          <a:solidFill>
            <a:srgbClr val="6C788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Touch the Screen for Next Slide</a:t>
            </a:r>
          </a:p>
        </p:txBody>
      </p:sp>
      <p:pic>
        <p:nvPicPr>
          <p:cNvPr id="15" name="Graphic 14" descr="Right pointing backhand index with solid fill">
            <a:extLst>
              <a:ext uri="{FF2B5EF4-FFF2-40B4-BE49-F238E27FC236}">
                <a16:creationId xmlns:a16="http://schemas.microsoft.com/office/drawing/2014/main" id="{4A9CA6D7-63FD-66E5-A82D-DDE3075F6E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5638800" y="427368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0114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FCBDB-EE91-20F9-76FF-577DBF135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2EFC259-1663-D490-BC4E-E5D69703E9A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2727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ED853D2-A001-3B6B-A59A-1606ED473DA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06" t="4091" r="2876" b="384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B8B372D-1581-8E5C-B191-4B5B6104E3D3}"/>
              </a:ext>
            </a:extLst>
          </p:cNvPr>
          <p:cNvSpPr/>
          <p:nvPr/>
        </p:nvSpPr>
        <p:spPr>
          <a:xfrm>
            <a:off x="2888611" y="2197333"/>
            <a:ext cx="6337301" cy="3810000"/>
          </a:xfrm>
          <a:prstGeom prst="roundRect">
            <a:avLst>
              <a:gd name="adj" fmla="val 1229"/>
            </a:avLst>
          </a:prstGeom>
          <a:solidFill>
            <a:srgbClr val="6F6F6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C39D3EF-0DBD-C76A-AD0D-54322BD64D2C}"/>
              </a:ext>
            </a:extLst>
          </p:cNvPr>
          <p:cNvSpPr/>
          <p:nvPr/>
        </p:nvSpPr>
        <p:spPr>
          <a:xfrm>
            <a:off x="4316188" y="4653575"/>
            <a:ext cx="3559624" cy="401257"/>
          </a:xfrm>
          <a:prstGeom prst="roundRect">
            <a:avLst/>
          </a:prstGeom>
          <a:solidFill>
            <a:srgbClr val="6C788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bg1"/>
                </a:solidFill>
              </a:rPr>
              <a:t>Touch the screen to begin the Tutorial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A9C467-E048-42EC-F2D1-07C2FF5A6793}"/>
              </a:ext>
            </a:extLst>
          </p:cNvPr>
          <p:cNvSpPr txBox="1"/>
          <p:nvPr/>
        </p:nvSpPr>
        <p:spPr>
          <a:xfrm>
            <a:off x="2888611" y="3579113"/>
            <a:ext cx="63373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solidFill>
                  <a:schemeClr val="bg1"/>
                </a:solidFill>
              </a:rPr>
              <a:t>Any Questions?</a:t>
            </a:r>
            <a:endParaRPr lang="en-GB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8240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82E8A-BF4A-EAEC-6D8B-143026FE7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29E8809-0A69-E941-C47F-AEBA85AD766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2727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E5BC2F-997B-5C81-3DAC-C6C2D13758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06" t="4091" r="2876" b="384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25AE023-F713-31FF-BB0A-3A1288244F17}"/>
              </a:ext>
            </a:extLst>
          </p:cNvPr>
          <p:cNvSpPr/>
          <p:nvPr/>
        </p:nvSpPr>
        <p:spPr>
          <a:xfrm>
            <a:off x="2888611" y="2197333"/>
            <a:ext cx="6337301" cy="3810000"/>
          </a:xfrm>
          <a:prstGeom prst="roundRect">
            <a:avLst>
              <a:gd name="adj" fmla="val 1229"/>
            </a:avLst>
          </a:prstGeom>
          <a:solidFill>
            <a:srgbClr val="6F6F6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0D11AF-C6AE-B957-C2CB-031A28DB1380}"/>
              </a:ext>
            </a:extLst>
          </p:cNvPr>
          <p:cNvSpPr txBox="1"/>
          <p:nvPr/>
        </p:nvSpPr>
        <p:spPr>
          <a:xfrm>
            <a:off x="3273106" y="2197333"/>
            <a:ext cx="5645789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u="sng" dirty="0">
                <a:solidFill>
                  <a:schemeClr val="bg1"/>
                </a:solidFill>
              </a:rPr>
              <a:t>Tutorial</a:t>
            </a:r>
            <a:endParaRPr lang="en-GB" sz="2400" dirty="0">
              <a:solidFill>
                <a:schemeClr val="bg1"/>
              </a:solidFill>
            </a:endParaRPr>
          </a:p>
          <a:p>
            <a:pPr algn="ctr"/>
            <a:br>
              <a:rPr lang="en-GB" sz="2000" dirty="0">
                <a:solidFill>
                  <a:schemeClr val="bg1"/>
                </a:solidFill>
              </a:rPr>
            </a:br>
            <a:r>
              <a:rPr lang="en-GB" sz="2000" dirty="0">
                <a:solidFill>
                  <a:schemeClr val="bg1"/>
                </a:solidFill>
              </a:rPr>
              <a:t>In this tutorial you will need to catch </a:t>
            </a:r>
          </a:p>
          <a:p>
            <a:pPr algn="ctr"/>
            <a:r>
              <a:rPr lang="en-GB" sz="2000" dirty="0">
                <a:solidFill>
                  <a:schemeClr val="bg1"/>
                </a:solidFill>
              </a:rPr>
              <a:t>butterflies as instructed.</a:t>
            </a:r>
            <a:br>
              <a:rPr lang="en-GB" sz="2000" dirty="0">
                <a:solidFill>
                  <a:schemeClr val="bg1"/>
                </a:solidFill>
              </a:rPr>
            </a:br>
            <a:br>
              <a:rPr lang="en-GB" sz="2000" dirty="0">
                <a:solidFill>
                  <a:schemeClr val="bg1"/>
                </a:solidFill>
              </a:rPr>
            </a:br>
            <a:r>
              <a:rPr lang="en-GB" sz="2000" dirty="0">
                <a:solidFill>
                  <a:schemeClr val="bg1"/>
                </a:solidFill>
              </a:rPr>
              <a:t>Each time you successfully catch </a:t>
            </a:r>
            <a:r>
              <a:rPr lang="en-GB" sz="2000" u="sng" dirty="0">
                <a:solidFill>
                  <a:schemeClr val="bg1"/>
                </a:solidFill>
              </a:rPr>
              <a:t>two butterflies </a:t>
            </a:r>
            <a:r>
              <a:rPr lang="en-GB" sz="2000" dirty="0">
                <a:solidFill>
                  <a:schemeClr val="bg1"/>
                </a:solidFill>
              </a:rPr>
              <a:t>it will get faster. Up until we reach the speed of our experiment.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B8104F2-2E4A-8DEE-F4B5-19EA72722734}"/>
              </a:ext>
            </a:extLst>
          </p:cNvPr>
          <p:cNvSpPr/>
          <p:nvPr/>
        </p:nvSpPr>
        <p:spPr>
          <a:xfrm>
            <a:off x="4316188" y="5209755"/>
            <a:ext cx="3559624" cy="401257"/>
          </a:xfrm>
          <a:prstGeom prst="roundRect">
            <a:avLst/>
          </a:prstGeom>
          <a:solidFill>
            <a:srgbClr val="6C788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bg1"/>
                </a:solidFill>
              </a:rPr>
              <a:t>Touch to Start the Experiment</a:t>
            </a:r>
          </a:p>
        </p:txBody>
      </p:sp>
    </p:spTree>
    <p:extLst>
      <p:ext uri="{BB962C8B-B14F-4D97-AF65-F5344CB8AC3E}">
        <p14:creationId xmlns:p14="http://schemas.microsoft.com/office/powerpoint/2010/main" val="12574542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9C73E-F460-1425-C526-4BBED119A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1EE26BD-B5D3-5FFA-F547-28F1EE8503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2727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AA3B25-6D4E-AC07-FF41-86BF9B63B8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06" t="4091" r="2876" b="384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24C90DC-480B-0D94-4FB3-A13F47509699}"/>
              </a:ext>
            </a:extLst>
          </p:cNvPr>
          <p:cNvSpPr/>
          <p:nvPr/>
        </p:nvSpPr>
        <p:spPr>
          <a:xfrm>
            <a:off x="2888611" y="2197333"/>
            <a:ext cx="6337301" cy="3810000"/>
          </a:xfrm>
          <a:prstGeom prst="roundRect">
            <a:avLst>
              <a:gd name="adj" fmla="val 1229"/>
            </a:avLst>
          </a:prstGeom>
          <a:solidFill>
            <a:srgbClr val="6F6F6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BD8237-858E-AA20-C132-BD8290024321}"/>
              </a:ext>
            </a:extLst>
          </p:cNvPr>
          <p:cNvSpPr txBox="1"/>
          <p:nvPr/>
        </p:nvSpPr>
        <p:spPr>
          <a:xfrm>
            <a:off x="3273106" y="2197333"/>
            <a:ext cx="564578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u="sng" dirty="0">
                <a:solidFill>
                  <a:schemeClr val="bg1"/>
                </a:solidFill>
              </a:rPr>
              <a:t>Tutorial Completed</a:t>
            </a:r>
            <a:endParaRPr lang="en-GB" sz="2400" dirty="0">
              <a:solidFill>
                <a:schemeClr val="bg1"/>
              </a:solidFill>
            </a:endParaRPr>
          </a:p>
          <a:p>
            <a:pPr algn="ctr"/>
            <a:br>
              <a:rPr lang="en-GB" sz="2000" dirty="0">
                <a:solidFill>
                  <a:schemeClr val="bg1"/>
                </a:solidFill>
              </a:rPr>
            </a:br>
            <a:r>
              <a:rPr lang="en-GB" sz="2000" dirty="0">
                <a:solidFill>
                  <a:schemeClr val="bg1"/>
                </a:solidFill>
              </a:rPr>
              <a:t>Well done you finished the tutorial.</a:t>
            </a:r>
          </a:p>
          <a:p>
            <a:pPr algn="ctr"/>
            <a:endParaRPr lang="en-GB" sz="2000" dirty="0">
              <a:solidFill>
                <a:schemeClr val="bg1"/>
              </a:solidFill>
            </a:endParaRPr>
          </a:p>
          <a:p>
            <a:pPr algn="ctr"/>
            <a:r>
              <a:rPr lang="en-GB" sz="2000" dirty="0">
                <a:solidFill>
                  <a:schemeClr val="bg1"/>
                </a:solidFill>
              </a:rPr>
              <a:t>Catching butterflies isn’t easy is it!</a:t>
            </a:r>
          </a:p>
          <a:p>
            <a:pPr algn="ctr"/>
            <a:endParaRPr lang="en-GB" sz="2000" dirty="0">
              <a:solidFill>
                <a:schemeClr val="bg1"/>
              </a:solidFill>
            </a:endParaRPr>
          </a:p>
          <a:p>
            <a:pPr algn="ctr"/>
            <a:r>
              <a:rPr lang="en-GB" sz="2000" dirty="0">
                <a:solidFill>
                  <a:schemeClr val="bg1"/>
                </a:solidFill>
              </a:rPr>
              <a:t>When you are ready, you can start the experiment.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A7252AA-5BCE-809B-C2CC-C2FB321196FE}"/>
              </a:ext>
            </a:extLst>
          </p:cNvPr>
          <p:cNvSpPr/>
          <p:nvPr/>
        </p:nvSpPr>
        <p:spPr>
          <a:xfrm>
            <a:off x="4316188" y="5055866"/>
            <a:ext cx="3559624" cy="401257"/>
          </a:xfrm>
          <a:prstGeom prst="roundRect">
            <a:avLst/>
          </a:prstGeom>
          <a:solidFill>
            <a:srgbClr val="6C788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bg1"/>
                </a:solidFill>
              </a:rPr>
              <a:t>Touch to Start the Experiment</a:t>
            </a:r>
          </a:p>
        </p:txBody>
      </p:sp>
    </p:spTree>
    <p:extLst>
      <p:ext uri="{BB962C8B-B14F-4D97-AF65-F5344CB8AC3E}">
        <p14:creationId xmlns:p14="http://schemas.microsoft.com/office/powerpoint/2010/main" val="15131897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FE206D-6B26-2DF2-E194-8798A82CA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6586851-3D1B-E8C2-B225-2A10B5226FD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2727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1A54F1-B7A9-73FC-1D3B-94CC27FA1D7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06" t="4091" r="2876" b="384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6F1DCF4-C63C-BE3F-D74A-C5F499A923C5}"/>
              </a:ext>
            </a:extLst>
          </p:cNvPr>
          <p:cNvSpPr/>
          <p:nvPr/>
        </p:nvSpPr>
        <p:spPr>
          <a:xfrm>
            <a:off x="2888611" y="2197333"/>
            <a:ext cx="6337301" cy="3810000"/>
          </a:xfrm>
          <a:prstGeom prst="roundRect">
            <a:avLst>
              <a:gd name="adj" fmla="val 1229"/>
            </a:avLst>
          </a:prstGeom>
          <a:solidFill>
            <a:srgbClr val="6F6F6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D41F9D-894D-B186-2FC4-BB958FC14687}"/>
              </a:ext>
            </a:extLst>
          </p:cNvPr>
          <p:cNvSpPr txBox="1"/>
          <p:nvPr/>
        </p:nvSpPr>
        <p:spPr>
          <a:xfrm>
            <a:off x="2888610" y="2262888"/>
            <a:ext cx="63373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u="sng" dirty="0">
                <a:solidFill>
                  <a:schemeClr val="bg1"/>
                </a:solidFill>
              </a:rPr>
              <a:t>Well Done!!!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2A5EBA5-2346-81DF-725C-4604B5D69BC3}"/>
              </a:ext>
            </a:extLst>
          </p:cNvPr>
          <p:cNvGrpSpPr/>
          <p:nvPr/>
        </p:nvGrpSpPr>
        <p:grpSpPr>
          <a:xfrm>
            <a:off x="250784" y="2904865"/>
            <a:ext cx="11690430" cy="2733032"/>
            <a:chOff x="250784" y="2904865"/>
            <a:chExt cx="11690430" cy="273303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09CE505-D963-1DF3-A9AB-C301C9A127DB}"/>
                </a:ext>
              </a:extLst>
            </p:cNvPr>
            <p:cNvSpPr txBox="1"/>
            <p:nvPr/>
          </p:nvSpPr>
          <p:spPr>
            <a:xfrm>
              <a:off x="2888610" y="2904865"/>
              <a:ext cx="633730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</a:rPr>
                <a:t>You finished the game.</a:t>
              </a:r>
              <a:br>
                <a:rPr lang="en-GB" dirty="0">
                  <a:solidFill>
                    <a:schemeClr val="bg1"/>
                  </a:solidFill>
                </a:rPr>
              </a:br>
              <a:endParaRPr lang="en-GB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3C0D8B0-0964-7A03-4388-2A56DE6F2565}"/>
                </a:ext>
              </a:extLst>
            </p:cNvPr>
            <p:cNvSpPr txBox="1"/>
            <p:nvPr/>
          </p:nvSpPr>
          <p:spPr>
            <a:xfrm>
              <a:off x="250784" y="5268565"/>
              <a:ext cx="116904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</a:rPr>
                <a:t>Let the experimenter know that you have finished.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C8A8573-1F25-3D59-6C05-527A7E582E28}"/>
              </a:ext>
            </a:extLst>
          </p:cNvPr>
          <p:cNvGrpSpPr/>
          <p:nvPr/>
        </p:nvGrpSpPr>
        <p:grpSpPr>
          <a:xfrm>
            <a:off x="3813175" y="3429000"/>
            <a:ext cx="4565650" cy="1600200"/>
            <a:chOff x="2978150" y="3429000"/>
            <a:chExt cx="6235700" cy="16002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8573C53-81D2-C25F-1566-5FEDD5D28389}"/>
                </a:ext>
              </a:extLst>
            </p:cNvPr>
            <p:cNvCxnSpPr>
              <a:cxnSpLocks/>
            </p:cNvCxnSpPr>
            <p:nvPr/>
          </p:nvCxnSpPr>
          <p:spPr>
            <a:xfrm>
              <a:off x="2978150" y="3429000"/>
              <a:ext cx="6235700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C2502CA-EB2F-698C-2D7B-C1CA7E664E78}"/>
                </a:ext>
              </a:extLst>
            </p:cNvPr>
            <p:cNvCxnSpPr>
              <a:cxnSpLocks/>
            </p:cNvCxnSpPr>
            <p:nvPr/>
          </p:nvCxnSpPr>
          <p:spPr>
            <a:xfrm>
              <a:off x="2978150" y="5029200"/>
              <a:ext cx="6235700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C6CF4EE-958C-9F65-3464-8C7B000252AA}"/>
              </a:ext>
            </a:extLst>
          </p:cNvPr>
          <p:cNvGrpSpPr/>
          <p:nvPr/>
        </p:nvGrpSpPr>
        <p:grpSpPr>
          <a:xfrm>
            <a:off x="3486636" y="2385487"/>
            <a:ext cx="5218728" cy="782759"/>
            <a:chOff x="3486637" y="2385487"/>
            <a:chExt cx="5218728" cy="782759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A4F3E998-8FFA-D590-48C1-9BC0E1C358E6}"/>
                </a:ext>
              </a:extLst>
            </p:cNvPr>
            <p:cNvGrpSpPr/>
            <p:nvPr/>
          </p:nvGrpSpPr>
          <p:grpSpPr>
            <a:xfrm rot="153983" flipH="1">
              <a:off x="7732416" y="2385487"/>
              <a:ext cx="972949" cy="782759"/>
              <a:chOff x="5204382" y="3525789"/>
              <a:chExt cx="1783235" cy="1434652"/>
            </a:xfrm>
          </p:grpSpPr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2F00A4D8-8EF8-DB1E-607C-1BD9A7DDFA74}"/>
                  </a:ext>
                </a:extLst>
              </p:cNvPr>
              <p:cNvGrpSpPr/>
              <p:nvPr/>
            </p:nvGrpSpPr>
            <p:grpSpPr>
              <a:xfrm>
                <a:off x="5204382" y="3743925"/>
                <a:ext cx="1783235" cy="1216516"/>
                <a:chOff x="4746507" y="3547853"/>
                <a:chExt cx="2725995" cy="1859663"/>
              </a:xfrm>
            </p:grpSpPr>
            <p:sp>
              <p:nvSpPr>
                <p:cNvPr id="20" name="Free-form: Shape 19">
                  <a:extLst>
                    <a:ext uri="{FF2B5EF4-FFF2-40B4-BE49-F238E27FC236}">
                      <a16:creationId xmlns:a16="http://schemas.microsoft.com/office/drawing/2014/main" id="{B7F75C42-35DC-E326-F166-8BC2075E28E3}"/>
                    </a:ext>
                  </a:extLst>
                </p:cNvPr>
                <p:cNvSpPr/>
                <p:nvPr/>
              </p:nvSpPr>
              <p:spPr>
                <a:xfrm>
                  <a:off x="6096001" y="3547853"/>
                  <a:ext cx="1376501" cy="1859663"/>
                </a:xfrm>
                <a:custGeom>
                  <a:avLst/>
                  <a:gdLst>
                    <a:gd name="csX0" fmla="*/ 939990 w 1376501"/>
                    <a:gd name="csY0" fmla="*/ 1 h 1859663"/>
                    <a:gd name="csX1" fmla="*/ 1355449 w 1376501"/>
                    <a:gd name="csY1" fmla="*/ 140447 h 1859663"/>
                    <a:gd name="csX2" fmla="*/ 1258368 w 1376501"/>
                    <a:gd name="csY2" fmla="*/ 575436 h 1859663"/>
                    <a:gd name="csX3" fmla="*/ 1258368 w 1376501"/>
                    <a:gd name="csY3" fmla="*/ 575425 h 1859663"/>
                    <a:gd name="csX4" fmla="*/ 1102439 w 1376501"/>
                    <a:gd name="csY4" fmla="*/ 896301 h 1859663"/>
                    <a:gd name="csX5" fmla="*/ 978524 w 1376501"/>
                    <a:gd name="csY5" fmla="*/ 915970 h 1859663"/>
                    <a:gd name="csX6" fmla="*/ 893881 w 1376501"/>
                    <a:gd name="csY6" fmla="*/ 912907 h 1859663"/>
                    <a:gd name="csX7" fmla="*/ 953189 w 1376501"/>
                    <a:gd name="csY7" fmla="*/ 1000602 h 1859663"/>
                    <a:gd name="csX8" fmla="*/ 1048312 w 1376501"/>
                    <a:gd name="csY8" fmla="*/ 1228163 h 1859663"/>
                    <a:gd name="csX9" fmla="*/ 1017679 w 1376501"/>
                    <a:gd name="csY9" fmla="*/ 1540838 h 1859663"/>
                    <a:gd name="csX10" fmla="*/ 691656 w 1376501"/>
                    <a:gd name="csY10" fmla="*/ 1859019 h 1859663"/>
                    <a:gd name="csX11" fmla="*/ 555880 w 1376501"/>
                    <a:gd name="csY11" fmla="*/ 1831104 h 1859663"/>
                    <a:gd name="csX12" fmla="*/ 293345 w 1376501"/>
                    <a:gd name="csY12" fmla="*/ 1495845 h 1859663"/>
                    <a:gd name="csX13" fmla="*/ 61086 w 1376501"/>
                    <a:gd name="csY13" fmla="*/ 1181119 h 1859663"/>
                    <a:gd name="csX14" fmla="*/ 54706 w 1376501"/>
                    <a:gd name="csY14" fmla="*/ 1334353 h 1859663"/>
                    <a:gd name="csX15" fmla="*/ 19441 w 1376501"/>
                    <a:gd name="csY15" fmla="*/ 1481126 h 1859663"/>
                    <a:gd name="csX16" fmla="*/ 0 w 1376501"/>
                    <a:gd name="csY16" fmla="*/ 1483505 h 1859663"/>
                    <a:gd name="csX17" fmla="*/ 0 w 1376501"/>
                    <a:gd name="csY17" fmla="*/ 462266 h 1859663"/>
                    <a:gd name="csX18" fmla="*/ 9430 w 1376501"/>
                    <a:gd name="csY18" fmla="*/ 430410 h 1859663"/>
                    <a:gd name="csX19" fmla="*/ 85627 w 1376501"/>
                    <a:gd name="csY19" fmla="*/ 472746 h 1859663"/>
                    <a:gd name="csX20" fmla="*/ 161922 w 1376501"/>
                    <a:gd name="csY20" fmla="*/ 437807 h 1859663"/>
                    <a:gd name="csX21" fmla="*/ 611043 w 1376501"/>
                    <a:gd name="csY21" fmla="*/ 58739 h 1859663"/>
                    <a:gd name="csX22" fmla="*/ 939990 w 1376501"/>
                    <a:gd name="csY22" fmla="*/ 1 h 185966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</a:cxnLst>
                  <a:rect l="l" t="t" r="r" b="b"/>
                  <a:pathLst>
                    <a:path w="1376501" h="1859663">
                      <a:moveTo>
                        <a:pt x="939990" y="1"/>
                      </a:moveTo>
                      <a:cubicBezTo>
                        <a:pt x="1131585" y="-44"/>
                        <a:pt x="1312480" y="51427"/>
                        <a:pt x="1355449" y="140447"/>
                      </a:cubicBezTo>
                      <a:cubicBezTo>
                        <a:pt x="1393913" y="220104"/>
                        <a:pt x="1389422" y="240545"/>
                        <a:pt x="1258368" y="575436"/>
                      </a:cubicBezTo>
                      <a:lnTo>
                        <a:pt x="1258368" y="575425"/>
                      </a:lnTo>
                      <a:cubicBezTo>
                        <a:pt x="1194338" y="739404"/>
                        <a:pt x="1124089" y="883794"/>
                        <a:pt x="1102439" y="896301"/>
                      </a:cubicBezTo>
                      <a:cubicBezTo>
                        <a:pt x="1080903" y="908796"/>
                        <a:pt x="1025050" y="917651"/>
                        <a:pt x="978524" y="915970"/>
                      </a:cubicBezTo>
                      <a:lnTo>
                        <a:pt x="893881" y="912907"/>
                      </a:lnTo>
                      <a:lnTo>
                        <a:pt x="953189" y="1000602"/>
                      </a:lnTo>
                      <a:cubicBezTo>
                        <a:pt x="985780" y="1048832"/>
                        <a:pt x="1028620" y="1151235"/>
                        <a:pt x="1048312" y="1228163"/>
                      </a:cubicBezTo>
                      <a:cubicBezTo>
                        <a:pt x="1080558" y="1353885"/>
                        <a:pt x="1077448" y="1385520"/>
                        <a:pt x="1017679" y="1540838"/>
                      </a:cubicBezTo>
                      <a:cubicBezTo>
                        <a:pt x="929235" y="1770771"/>
                        <a:pt x="828929" y="1868647"/>
                        <a:pt x="691656" y="1859019"/>
                      </a:cubicBezTo>
                      <a:cubicBezTo>
                        <a:pt x="633729" y="1854954"/>
                        <a:pt x="572579" y="1842390"/>
                        <a:pt x="555880" y="1831104"/>
                      </a:cubicBezTo>
                      <a:cubicBezTo>
                        <a:pt x="539181" y="1819818"/>
                        <a:pt x="421082" y="1668956"/>
                        <a:pt x="293345" y="1495845"/>
                      </a:cubicBezTo>
                      <a:lnTo>
                        <a:pt x="61086" y="1181119"/>
                      </a:lnTo>
                      <a:lnTo>
                        <a:pt x="54706" y="1334353"/>
                      </a:lnTo>
                      <a:cubicBezTo>
                        <a:pt x="50543" y="1434061"/>
                        <a:pt x="44489" y="1470214"/>
                        <a:pt x="19441" y="1481126"/>
                      </a:cubicBezTo>
                      <a:lnTo>
                        <a:pt x="0" y="1483505"/>
                      </a:lnTo>
                      <a:lnTo>
                        <a:pt x="0" y="462266"/>
                      </a:lnTo>
                      <a:lnTo>
                        <a:pt x="9430" y="430410"/>
                      </a:lnTo>
                      <a:cubicBezTo>
                        <a:pt x="26327" y="409121"/>
                        <a:pt x="61046" y="424188"/>
                        <a:pt x="85627" y="472746"/>
                      </a:cubicBezTo>
                      <a:cubicBezTo>
                        <a:pt x="108418" y="517775"/>
                        <a:pt x="118725" y="513053"/>
                        <a:pt x="161922" y="437807"/>
                      </a:cubicBezTo>
                      <a:cubicBezTo>
                        <a:pt x="241177" y="299704"/>
                        <a:pt x="442469" y="129829"/>
                        <a:pt x="611043" y="58739"/>
                      </a:cubicBezTo>
                      <a:cubicBezTo>
                        <a:pt x="706224" y="18603"/>
                        <a:pt x="825033" y="29"/>
                        <a:pt x="939990" y="1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 w="115121" cap="flat">
                  <a:noFill/>
                  <a:prstDash val="solid"/>
                  <a:miter/>
                </a:ln>
              </p:spPr>
              <p:txBody>
                <a:bodyPr wrap="square">
                  <a:noAutofit/>
                </a:bodyPr>
                <a:lstStyle/>
                <a:p>
                  <a:endParaRPr lang="en-GB" dirty="0"/>
                </a:p>
              </p:txBody>
            </p:sp>
            <p:sp>
              <p:nvSpPr>
                <p:cNvPr id="21" name="Free-form: Shape 20">
                  <a:extLst>
                    <a:ext uri="{FF2B5EF4-FFF2-40B4-BE49-F238E27FC236}">
                      <a16:creationId xmlns:a16="http://schemas.microsoft.com/office/drawing/2014/main" id="{BCFED888-13B6-33DE-04F5-1C7A46864769}"/>
                    </a:ext>
                  </a:extLst>
                </p:cNvPr>
                <p:cNvSpPr/>
                <p:nvPr/>
              </p:nvSpPr>
              <p:spPr>
                <a:xfrm flipH="1">
                  <a:off x="4746507" y="3547853"/>
                  <a:ext cx="1376501" cy="1859663"/>
                </a:xfrm>
                <a:custGeom>
                  <a:avLst/>
                  <a:gdLst>
                    <a:gd name="csX0" fmla="*/ 939990 w 1376501"/>
                    <a:gd name="csY0" fmla="*/ 1 h 1859663"/>
                    <a:gd name="csX1" fmla="*/ 1355449 w 1376501"/>
                    <a:gd name="csY1" fmla="*/ 140447 h 1859663"/>
                    <a:gd name="csX2" fmla="*/ 1258368 w 1376501"/>
                    <a:gd name="csY2" fmla="*/ 575436 h 1859663"/>
                    <a:gd name="csX3" fmla="*/ 1258368 w 1376501"/>
                    <a:gd name="csY3" fmla="*/ 575425 h 1859663"/>
                    <a:gd name="csX4" fmla="*/ 1102439 w 1376501"/>
                    <a:gd name="csY4" fmla="*/ 896301 h 1859663"/>
                    <a:gd name="csX5" fmla="*/ 978524 w 1376501"/>
                    <a:gd name="csY5" fmla="*/ 915970 h 1859663"/>
                    <a:gd name="csX6" fmla="*/ 893881 w 1376501"/>
                    <a:gd name="csY6" fmla="*/ 912907 h 1859663"/>
                    <a:gd name="csX7" fmla="*/ 953189 w 1376501"/>
                    <a:gd name="csY7" fmla="*/ 1000602 h 1859663"/>
                    <a:gd name="csX8" fmla="*/ 1048312 w 1376501"/>
                    <a:gd name="csY8" fmla="*/ 1228163 h 1859663"/>
                    <a:gd name="csX9" fmla="*/ 1017679 w 1376501"/>
                    <a:gd name="csY9" fmla="*/ 1540838 h 1859663"/>
                    <a:gd name="csX10" fmla="*/ 691656 w 1376501"/>
                    <a:gd name="csY10" fmla="*/ 1859019 h 1859663"/>
                    <a:gd name="csX11" fmla="*/ 555880 w 1376501"/>
                    <a:gd name="csY11" fmla="*/ 1831104 h 1859663"/>
                    <a:gd name="csX12" fmla="*/ 293345 w 1376501"/>
                    <a:gd name="csY12" fmla="*/ 1495845 h 1859663"/>
                    <a:gd name="csX13" fmla="*/ 61086 w 1376501"/>
                    <a:gd name="csY13" fmla="*/ 1181119 h 1859663"/>
                    <a:gd name="csX14" fmla="*/ 54706 w 1376501"/>
                    <a:gd name="csY14" fmla="*/ 1334353 h 1859663"/>
                    <a:gd name="csX15" fmla="*/ 19441 w 1376501"/>
                    <a:gd name="csY15" fmla="*/ 1481126 h 1859663"/>
                    <a:gd name="csX16" fmla="*/ 0 w 1376501"/>
                    <a:gd name="csY16" fmla="*/ 1483505 h 1859663"/>
                    <a:gd name="csX17" fmla="*/ 0 w 1376501"/>
                    <a:gd name="csY17" fmla="*/ 462266 h 1859663"/>
                    <a:gd name="csX18" fmla="*/ 9430 w 1376501"/>
                    <a:gd name="csY18" fmla="*/ 430410 h 1859663"/>
                    <a:gd name="csX19" fmla="*/ 85627 w 1376501"/>
                    <a:gd name="csY19" fmla="*/ 472746 h 1859663"/>
                    <a:gd name="csX20" fmla="*/ 161922 w 1376501"/>
                    <a:gd name="csY20" fmla="*/ 437807 h 1859663"/>
                    <a:gd name="csX21" fmla="*/ 611043 w 1376501"/>
                    <a:gd name="csY21" fmla="*/ 58739 h 1859663"/>
                    <a:gd name="csX22" fmla="*/ 939990 w 1376501"/>
                    <a:gd name="csY22" fmla="*/ 1 h 185966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</a:cxnLst>
                  <a:rect l="l" t="t" r="r" b="b"/>
                  <a:pathLst>
                    <a:path w="1376501" h="1859663">
                      <a:moveTo>
                        <a:pt x="939990" y="1"/>
                      </a:moveTo>
                      <a:cubicBezTo>
                        <a:pt x="1131585" y="-44"/>
                        <a:pt x="1312480" y="51427"/>
                        <a:pt x="1355449" y="140447"/>
                      </a:cubicBezTo>
                      <a:cubicBezTo>
                        <a:pt x="1393913" y="220104"/>
                        <a:pt x="1389422" y="240545"/>
                        <a:pt x="1258368" y="575436"/>
                      </a:cubicBezTo>
                      <a:lnTo>
                        <a:pt x="1258368" y="575425"/>
                      </a:lnTo>
                      <a:cubicBezTo>
                        <a:pt x="1194338" y="739404"/>
                        <a:pt x="1124089" y="883794"/>
                        <a:pt x="1102439" y="896301"/>
                      </a:cubicBezTo>
                      <a:cubicBezTo>
                        <a:pt x="1080903" y="908796"/>
                        <a:pt x="1025050" y="917651"/>
                        <a:pt x="978524" y="915970"/>
                      </a:cubicBezTo>
                      <a:lnTo>
                        <a:pt x="893881" y="912907"/>
                      </a:lnTo>
                      <a:lnTo>
                        <a:pt x="953189" y="1000602"/>
                      </a:lnTo>
                      <a:cubicBezTo>
                        <a:pt x="985780" y="1048832"/>
                        <a:pt x="1028620" y="1151235"/>
                        <a:pt x="1048312" y="1228163"/>
                      </a:cubicBezTo>
                      <a:cubicBezTo>
                        <a:pt x="1080558" y="1353885"/>
                        <a:pt x="1077448" y="1385520"/>
                        <a:pt x="1017679" y="1540838"/>
                      </a:cubicBezTo>
                      <a:cubicBezTo>
                        <a:pt x="929235" y="1770771"/>
                        <a:pt x="828929" y="1868647"/>
                        <a:pt x="691656" y="1859019"/>
                      </a:cubicBezTo>
                      <a:cubicBezTo>
                        <a:pt x="633729" y="1854954"/>
                        <a:pt x="572579" y="1842390"/>
                        <a:pt x="555880" y="1831104"/>
                      </a:cubicBezTo>
                      <a:cubicBezTo>
                        <a:pt x="539181" y="1819818"/>
                        <a:pt x="421082" y="1668956"/>
                        <a:pt x="293345" y="1495845"/>
                      </a:cubicBezTo>
                      <a:lnTo>
                        <a:pt x="61086" y="1181119"/>
                      </a:lnTo>
                      <a:lnTo>
                        <a:pt x="54706" y="1334353"/>
                      </a:lnTo>
                      <a:cubicBezTo>
                        <a:pt x="50543" y="1434061"/>
                        <a:pt x="44489" y="1470214"/>
                        <a:pt x="19441" y="1481126"/>
                      </a:cubicBezTo>
                      <a:lnTo>
                        <a:pt x="0" y="1483505"/>
                      </a:lnTo>
                      <a:lnTo>
                        <a:pt x="0" y="462266"/>
                      </a:lnTo>
                      <a:lnTo>
                        <a:pt x="9430" y="430410"/>
                      </a:lnTo>
                      <a:cubicBezTo>
                        <a:pt x="26327" y="409121"/>
                        <a:pt x="61046" y="424188"/>
                        <a:pt x="85627" y="472746"/>
                      </a:cubicBezTo>
                      <a:cubicBezTo>
                        <a:pt x="108418" y="517775"/>
                        <a:pt x="118725" y="513053"/>
                        <a:pt x="161922" y="437807"/>
                      </a:cubicBezTo>
                      <a:cubicBezTo>
                        <a:pt x="241177" y="299704"/>
                        <a:pt x="442469" y="129829"/>
                        <a:pt x="611043" y="58739"/>
                      </a:cubicBezTo>
                      <a:cubicBezTo>
                        <a:pt x="706224" y="18603"/>
                        <a:pt x="825033" y="29"/>
                        <a:pt x="939990" y="1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 w="115121" cap="flat">
                  <a:noFill/>
                  <a:prstDash val="solid"/>
                  <a:miter/>
                </a:ln>
              </p:spPr>
              <p:txBody>
                <a:bodyPr wrap="square">
                  <a:noAutofit/>
                </a:bodyPr>
                <a:lstStyle/>
                <a:p>
                  <a:endParaRPr lang="en-GB"/>
                </a:p>
              </p:txBody>
            </p:sp>
          </p:grpSp>
          <p:sp>
            <p:nvSpPr>
              <p:cNvPr id="18" name="Free-form: Shape 17">
                <a:extLst>
                  <a:ext uri="{FF2B5EF4-FFF2-40B4-BE49-F238E27FC236}">
                    <a16:creationId xmlns:a16="http://schemas.microsoft.com/office/drawing/2014/main" id="{C7696020-C509-678C-0766-551BF39403D1}"/>
                  </a:ext>
                </a:extLst>
              </p:cNvPr>
              <p:cNvSpPr/>
              <p:nvPr/>
            </p:nvSpPr>
            <p:spPr>
              <a:xfrm>
                <a:off x="5770672" y="3525789"/>
                <a:ext cx="316494" cy="618799"/>
              </a:xfrm>
              <a:custGeom>
                <a:avLst/>
                <a:gdLst>
                  <a:gd name="csX0" fmla="*/ 312099 w 314589"/>
                  <a:gd name="csY0" fmla="*/ 592980 h 617011"/>
                  <a:gd name="csX1" fmla="*/ 242249 w 314589"/>
                  <a:gd name="csY1" fmla="*/ 180230 h 617011"/>
                  <a:gd name="csX2" fmla="*/ 58099 w 314589"/>
                  <a:gd name="csY2" fmla="*/ 8780 h 617011"/>
                  <a:gd name="csX3" fmla="*/ 949 w 314589"/>
                  <a:gd name="csY3" fmla="*/ 27830 h 617011"/>
                  <a:gd name="csX4" fmla="*/ 26349 w 314589"/>
                  <a:gd name="csY4" fmla="*/ 53230 h 617011"/>
                  <a:gd name="csX5" fmla="*/ 77149 w 314589"/>
                  <a:gd name="csY5" fmla="*/ 46880 h 617011"/>
                  <a:gd name="csX6" fmla="*/ 178749 w 314589"/>
                  <a:gd name="csY6" fmla="*/ 123080 h 617011"/>
                  <a:gd name="csX7" fmla="*/ 254949 w 314589"/>
                  <a:gd name="csY7" fmla="*/ 262780 h 617011"/>
                  <a:gd name="csX8" fmla="*/ 293049 w 314589"/>
                  <a:gd name="csY8" fmla="*/ 535830 h 617011"/>
                  <a:gd name="csX9" fmla="*/ 312099 w 314589"/>
                  <a:gd name="csY9" fmla="*/ 592980 h 617011"/>
                  <a:gd name="csX0" fmla="*/ 312099 w 314801"/>
                  <a:gd name="csY0" fmla="*/ 592980 h 619150"/>
                  <a:gd name="csX1" fmla="*/ 242249 w 314801"/>
                  <a:gd name="csY1" fmla="*/ 180230 h 619150"/>
                  <a:gd name="csX2" fmla="*/ 58099 w 314801"/>
                  <a:gd name="csY2" fmla="*/ 8780 h 619150"/>
                  <a:gd name="csX3" fmla="*/ 949 w 314801"/>
                  <a:gd name="csY3" fmla="*/ 27830 h 619150"/>
                  <a:gd name="csX4" fmla="*/ 26349 w 314801"/>
                  <a:gd name="csY4" fmla="*/ 53230 h 619150"/>
                  <a:gd name="csX5" fmla="*/ 77149 w 314801"/>
                  <a:gd name="csY5" fmla="*/ 46880 h 619150"/>
                  <a:gd name="csX6" fmla="*/ 178749 w 314801"/>
                  <a:gd name="csY6" fmla="*/ 123080 h 619150"/>
                  <a:gd name="csX7" fmla="*/ 223992 w 314801"/>
                  <a:gd name="csY7" fmla="*/ 200868 h 619150"/>
                  <a:gd name="csX8" fmla="*/ 293049 w 314801"/>
                  <a:gd name="csY8" fmla="*/ 535830 h 619150"/>
                  <a:gd name="csX9" fmla="*/ 312099 w 314801"/>
                  <a:gd name="csY9" fmla="*/ 592980 h 619150"/>
                  <a:gd name="csX0" fmla="*/ 312099 w 314589"/>
                  <a:gd name="csY0" fmla="*/ 592980 h 619150"/>
                  <a:gd name="csX1" fmla="*/ 242249 w 314589"/>
                  <a:gd name="csY1" fmla="*/ 180230 h 619150"/>
                  <a:gd name="csX2" fmla="*/ 58099 w 314589"/>
                  <a:gd name="csY2" fmla="*/ 8780 h 619150"/>
                  <a:gd name="csX3" fmla="*/ 949 w 314589"/>
                  <a:gd name="csY3" fmla="*/ 27830 h 619150"/>
                  <a:gd name="csX4" fmla="*/ 26349 w 314589"/>
                  <a:gd name="csY4" fmla="*/ 53230 h 619150"/>
                  <a:gd name="csX5" fmla="*/ 77149 w 314589"/>
                  <a:gd name="csY5" fmla="*/ 46880 h 619150"/>
                  <a:gd name="csX6" fmla="*/ 178749 w 314589"/>
                  <a:gd name="csY6" fmla="*/ 123080 h 619150"/>
                  <a:gd name="csX7" fmla="*/ 235898 w 314589"/>
                  <a:gd name="csY7" fmla="*/ 200868 h 619150"/>
                  <a:gd name="csX8" fmla="*/ 293049 w 314589"/>
                  <a:gd name="csY8" fmla="*/ 535830 h 619150"/>
                  <a:gd name="csX9" fmla="*/ 312099 w 314589"/>
                  <a:gd name="csY9" fmla="*/ 592980 h 619150"/>
                  <a:gd name="csX0" fmla="*/ 312099 w 315918"/>
                  <a:gd name="csY0" fmla="*/ 592980 h 621912"/>
                  <a:gd name="csX1" fmla="*/ 242249 w 315918"/>
                  <a:gd name="csY1" fmla="*/ 180230 h 621912"/>
                  <a:gd name="csX2" fmla="*/ 58099 w 315918"/>
                  <a:gd name="csY2" fmla="*/ 8780 h 621912"/>
                  <a:gd name="csX3" fmla="*/ 949 w 315918"/>
                  <a:gd name="csY3" fmla="*/ 27830 h 621912"/>
                  <a:gd name="csX4" fmla="*/ 26349 w 315918"/>
                  <a:gd name="csY4" fmla="*/ 53230 h 621912"/>
                  <a:gd name="csX5" fmla="*/ 77149 w 315918"/>
                  <a:gd name="csY5" fmla="*/ 46880 h 621912"/>
                  <a:gd name="csX6" fmla="*/ 178749 w 315918"/>
                  <a:gd name="csY6" fmla="*/ 123080 h 621912"/>
                  <a:gd name="csX7" fmla="*/ 293049 w 315918"/>
                  <a:gd name="csY7" fmla="*/ 535830 h 621912"/>
                  <a:gd name="csX8" fmla="*/ 312099 w 315918"/>
                  <a:gd name="csY8" fmla="*/ 592980 h 621912"/>
                  <a:gd name="csX0" fmla="*/ 312099 w 314756"/>
                  <a:gd name="csY0" fmla="*/ 592980 h 619523"/>
                  <a:gd name="csX1" fmla="*/ 242249 w 314756"/>
                  <a:gd name="csY1" fmla="*/ 180230 h 619523"/>
                  <a:gd name="csX2" fmla="*/ 58099 w 314756"/>
                  <a:gd name="csY2" fmla="*/ 8780 h 619523"/>
                  <a:gd name="csX3" fmla="*/ 949 w 314756"/>
                  <a:gd name="csY3" fmla="*/ 27830 h 619523"/>
                  <a:gd name="csX4" fmla="*/ 26349 w 314756"/>
                  <a:gd name="csY4" fmla="*/ 53230 h 619523"/>
                  <a:gd name="csX5" fmla="*/ 77149 w 314756"/>
                  <a:gd name="csY5" fmla="*/ 46880 h 619523"/>
                  <a:gd name="csX6" fmla="*/ 226374 w 314756"/>
                  <a:gd name="csY6" fmla="*/ 189755 h 619523"/>
                  <a:gd name="csX7" fmla="*/ 293049 w 314756"/>
                  <a:gd name="csY7" fmla="*/ 535830 h 619523"/>
                  <a:gd name="csX8" fmla="*/ 312099 w 314756"/>
                  <a:gd name="csY8" fmla="*/ 592980 h 619523"/>
                  <a:gd name="csX0" fmla="*/ 312099 w 316494"/>
                  <a:gd name="csY0" fmla="*/ 592980 h 618799"/>
                  <a:gd name="csX1" fmla="*/ 242249 w 316494"/>
                  <a:gd name="csY1" fmla="*/ 180230 h 618799"/>
                  <a:gd name="csX2" fmla="*/ 58099 w 316494"/>
                  <a:gd name="csY2" fmla="*/ 8780 h 618799"/>
                  <a:gd name="csX3" fmla="*/ 949 w 316494"/>
                  <a:gd name="csY3" fmla="*/ 27830 h 618799"/>
                  <a:gd name="csX4" fmla="*/ 26349 w 316494"/>
                  <a:gd name="csY4" fmla="*/ 53230 h 618799"/>
                  <a:gd name="csX5" fmla="*/ 77149 w 316494"/>
                  <a:gd name="csY5" fmla="*/ 46880 h 618799"/>
                  <a:gd name="csX6" fmla="*/ 226374 w 316494"/>
                  <a:gd name="csY6" fmla="*/ 189755 h 618799"/>
                  <a:gd name="csX7" fmla="*/ 300193 w 316494"/>
                  <a:gd name="csY7" fmla="*/ 533449 h 618799"/>
                  <a:gd name="csX8" fmla="*/ 312099 w 316494"/>
                  <a:gd name="csY8" fmla="*/ 592980 h 618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316494" h="618799">
                    <a:moveTo>
                      <a:pt x="312099" y="592980"/>
                    </a:moveTo>
                    <a:cubicBezTo>
                      <a:pt x="302442" y="534110"/>
                      <a:pt x="284582" y="277597"/>
                      <a:pt x="242249" y="180230"/>
                    </a:cubicBezTo>
                    <a:cubicBezTo>
                      <a:pt x="199916" y="82863"/>
                      <a:pt x="98316" y="34180"/>
                      <a:pt x="58099" y="8780"/>
                    </a:cubicBezTo>
                    <a:cubicBezTo>
                      <a:pt x="17882" y="-16620"/>
                      <a:pt x="6241" y="20422"/>
                      <a:pt x="949" y="27830"/>
                    </a:cubicBezTo>
                    <a:cubicBezTo>
                      <a:pt x="-4343" y="35238"/>
                      <a:pt x="13649" y="50055"/>
                      <a:pt x="26349" y="53230"/>
                    </a:cubicBezTo>
                    <a:cubicBezTo>
                      <a:pt x="39049" y="56405"/>
                      <a:pt x="43812" y="24126"/>
                      <a:pt x="77149" y="46880"/>
                    </a:cubicBezTo>
                    <a:cubicBezTo>
                      <a:pt x="110487" y="69634"/>
                      <a:pt x="189200" y="108660"/>
                      <a:pt x="226374" y="189755"/>
                    </a:cubicBezTo>
                    <a:cubicBezTo>
                      <a:pt x="263548" y="270850"/>
                      <a:pt x="285906" y="466245"/>
                      <a:pt x="300193" y="533449"/>
                    </a:cubicBezTo>
                    <a:cubicBezTo>
                      <a:pt x="314480" y="600653"/>
                      <a:pt x="321756" y="651850"/>
                      <a:pt x="312099" y="59298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9" name="Free-form: Shape 18">
                <a:extLst>
                  <a:ext uri="{FF2B5EF4-FFF2-40B4-BE49-F238E27FC236}">
                    <a16:creationId xmlns:a16="http://schemas.microsoft.com/office/drawing/2014/main" id="{07913689-157F-B474-D287-C4F446C55C08}"/>
                  </a:ext>
                </a:extLst>
              </p:cNvPr>
              <p:cNvSpPr/>
              <p:nvPr/>
            </p:nvSpPr>
            <p:spPr>
              <a:xfrm flipH="1">
                <a:off x="6096997" y="3525789"/>
                <a:ext cx="316494" cy="618799"/>
              </a:xfrm>
              <a:custGeom>
                <a:avLst/>
                <a:gdLst>
                  <a:gd name="csX0" fmla="*/ 312099 w 314589"/>
                  <a:gd name="csY0" fmla="*/ 592980 h 617011"/>
                  <a:gd name="csX1" fmla="*/ 242249 w 314589"/>
                  <a:gd name="csY1" fmla="*/ 180230 h 617011"/>
                  <a:gd name="csX2" fmla="*/ 58099 w 314589"/>
                  <a:gd name="csY2" fmla="*/ 8780 h 617011"/>
                  <a:gd name="csX3" fmla="*/ 949 w 314589"/>
                  <a:gd name="csY3" fmla="*/ 27830 h 617011"/>
                  <a:gd name="csX4" fmla="*/ 26349 w 314589"/>
                  <a:gd name="csY4" fmla="*/ 53230 h 617011"/>
                  <a:gd name="csX5" fmla="*/ 77149 w 314589"/>
                  <a:gd name="csY5" fmla="*/ 46880 h 617011"/>
                  <a:gd name="csX6" fmla="*/ 178749 w 314589"/>
                  <a:gd name="csY6" fmla="*/ 123080 h 617011"/>
                  <a:gd name="csX7" fmla="*/ 254949 w 314589"/>
                  <a:gd name="csY7" fmla="*/ 262780 h 617011"/>
                  <a:gd name="csX8" fmla="*/ 293049 w 314589"/>
                  <a:gd name="csY8" fmla="*/ 535830 h 617011"/>
                  <a:gd name="csX9" fmla="*/ 312099 w 314589"/>
                  <a:gd name="csY9" fmla="*/ 592980 h 617011"/>
                  <a:gd name="csX0" fmla="*/ 312099 w 314801"/>
                  <a:gd name="csY0" fmla="*/ 592980 h 619150"/>
                  <a:gd name="csX1" fmla="*/ 242249 w 314801"/>
                  <a:gd name="csY1" fmla="*/ 180230 h 619150"/>
                  <a:gd name="csX2" fmla="*/ 58099 w 314801"/>
                  <a:gd name="csY2" fmla="*/ 8780 h 619150"/>
                  <a:gd name="csX3" fmla="*/ 949 w 314801"/>
                  <a:gd name="csY3" fmla="*/ 27830 h 619150"/>
                  <a:gd name="csX4" fmla="*/ 26349 w 314801"/>
                  <a:gd name="csY4" fmla="*/ 53230 h 619150"/>
                  <a:gd name="csX5" fmla="*/ 77149 w 314801"/>
                  <a:gd name="csY5" fmla="*/ 46880 h 619150"/>
                  <a:gd name="csX6" fmla="*/ 178749 w 314801"/>
                  <a:gd name="csY6" fmla="*/ 123080 h 619150"/>
                  <a:gd name="csX7" fmla="*/ 223992 w 314801"/>
                  <a:gd name="csY7" fmla="*/ 200868 h 619150"/>
                  <a:gd name="csX8" fmla="*/ 293049 w 314801"/>
                  <a:gd name="csY8" fmla="*/ 535830 h 619150"/>
                  <a:gd name="csX9" fmla="*/ 312099 w 314801"/>
                  <a:gd name="csY9" fmla="*/ 592980 h 619150"/>
                  <a:gd name="csX0" fmla="*/ 312099 w 314589"/>
                  <a:gd name="csY0" fmla="*/ 592980 h 619150"/>
                  <a:gd name="csX1" fmla="*/ 242249 w 314589"/>
                  <a:gd name="csY1" fmla="*/ 180230 h 619150"/>
                  <a:gd name="csX2" fmla="*/ 58099 w 314589"/>
                  <a:gd name="csY2" fmla="*/ 8780 h 619150"/>
                  <a:gd name="csX3" fmla="*/ 949 w 314589"/>
                  <a:gd name="csY3" fmla="*/ 27830 h 619150"/>
                  <a:gd name="csX4" fmla="*/ 26349 w 314589"/>
                  <a:gd name="csY4" fmla="*/ 53230 h 619150"/>
                  <a:gd name="csX5" fmla="*/ 77149 w 314589"/>
                  <a:gd name="csY5" fmla="*/ 46880 h 619150"/>
                  <a:gd name="csX6" fmla="*/ 178749 w 314589"/>
                  <a:gd name="csY6" fmla="*/ 123080 h 619150"/>
                  <a:gd name="csX7" fmla="*/ 235898 w 314589"/>
                  <a:gd name="csY7" fmla="*/ 200868 h 619150"/>
                  <a:gd name="csX8" fmla="*/ 293049 w 314589"/>
                  <a:gd name="csY8" fmla="*/ 535830 h 619150"/>
                  <a:gd name="csX9" fmla="*/ 312099 w 314589"/>
                  <a:gd name="csY9" fmla="*/ 592980 h 619150"/>
                  <a:gd name="csX0" fmla="*/ 312099 w 315918"/>
                  <a:gd name="csY0" fmla="*/ 592980 h 621912"/>
                  <a:gd name="csX1" fmla="*/ 242249 w 315918"/>
                  <a:gd name="csY1" fmla="*/ 180230 h 621912"/>
                  <a:gd name="csX2" fmla="*/ 58099 w 315918"/>
                  <a:gd name="csY2" fmla="*/ 8780 h 621912"/>
                  <a:gd name="csX3" fmla="*/ 949 w 315918"/>
                  <a:gd name="csY3" fmla="*/ 27830 h 621912"/>
                  <a:gd name="csX4" fmla="*/ 26349 w 315918"/>
                  <a:gd name="csY4" fmla="*/ 53230 h 621912"/>
                  <a:gd name="csX5" fmla="*/ 77149 w 315918"/>
                  <a:gd name="csY5" fmla="*/ 46880 h 621912"/>
                  <a:gd name="csX6" fmla="*/ 178749 w 315918"/>
                  <a:gd name="csY6" fmla="*/ 123080 h 621912"/>
                  <a:gd name="csX7" fmla="*/ 293049 w 315918"/>
                  <a:gd name="csY7" fmla="*/ 535830 h 621912"/>
                  <a:gd name="csX8" fmla="*/ 312099 w 315918"/>
                  <a:gd name="csY8" fmla="*/ 592980 h 621912"/>
                  <a:gd name="csX0" fmla="*/ 312099 w 314756"/>
                  <a:gd name="csY0" fmla="*/ 592980 h 619523"/>
                  <a:gd name="csX1" fmla="*/ 242249 w 314756"/>
                  <a:gd name="csY1" fmla="*/ 180230 h 619523"/>
                  <a:gd name="csX2" fmla="*/ 58099 w 314756"/>
                  <a:gd name="csY2" fmla="*/ 8780 h 619523"/>
                  <a:gd name="csX3" fmla="*/ 949 w 314756"/>
                  <a:gd name="csY3" fmla="*/ 27830 h 619523"/>
                  <a:gd name="csX4" fmla="*/ 26349 w 314756"/>
                  <a:gd name="csY4" fmla="*/ 53230 h 619523"/>
                  <a:gd name="csX5" fmla="*/ 77149 w 314756"/>
                  <a:gd name="csY5" fmla="*/ 46880 h 619523"/>
                  <a:gd name="csX6" fmla="*/ 226374 w 314756"/>
                  <a:gd name="csY6" fmla="*/ 189755 h 619523"/>
                  <a:gd name="csX7" fmla="*/ 293049 w 314756"/>
                  <a:gd name="csY7" fmla="*/ 535830 h 619523"/>
                  <a:gd name="csX8" fmla="*/ 312099 w 314756"/>
                  <a:gd name="csY8" fmla="*/ 592980 h 619523"/>
                  <a:gd name="csX0" fmla="*/ 312099 w 316494"/>
                  <a:gd name="csY0" fmla="*/ 592980 h 618799"/>
                  <a:gd name="csX1" fmla="*/ 242249 w 316494"/>
                  <a:gd name="csY1" fmla="*/ 180230 h 618799"/>
                  <a:gd name="csX2" fmla="*/ 58099 w 316494"/>
                  <a:gd name="csY2" fmla="*/ 8780 h 618799"/>
                  <a:gd name="csX3" fmla="*/ 949 w 316494"/>
                  <a:gd name="csY3" fmla="*/ 27830 h 618799"/>
                  <a:gd name="csX4" fmla="*/ 26349 w 316494"/>
                  <a:gd name="csY4" fmla="*/ 53230 h 618799"/>
                  <a:gd name="csX5" fmla="*/ 77149 w 316494"/>
                  <a:gd name="csY5" fmla="*/ 46880 h 618799"/>
                  <a:gd name="csX6" fmla="*/ 226374 w 316494"/>
                  <a:gd name="csY6" fmla="*/ 189755 h 618799"/>
                  <a:gd name="csX7" fmla="*/ 300193 w 316494"/>
                  <a:gd name="csY7" fmla="*/ 533449 h 618799"/>
                  <a:gd name="csX8" fmla="*/ 312099 w 316494"/>
                  <a:gd name="csY8" fmla="*/ 592980 h 618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316494" h="618799">
                    <a:moveTo>
                      <a:pt x="312099" y="592980"/>
                    </a:moveTo>
                    <a:cubicBezTo>
                      <a:pt x="302442" y="534110"/>
                      <a:pt x="284582" y="277597"/>
                      <a:pt x="242249" y="180230"/>
                    </a:cubicBezTo>
                    <a:cubicBezTo>
                      <a:pt x="199916" y="82863"/>
                      <a:pt x="98316" y="34180"/>
                      <a:pt x="58099" y="8780"/>
                    </a:cubicBezTo>
                    <a:cubicBezTo>
                      <a:pt x="17882" y="-16620"/>
                      <a:pt x="6241" y="20422"/>
                      <a:pt x="949" y="27830"/>
                    </a:cubicBezTo>
                    <a:cubicBezTo>
                      <a:pt x="-4343" y="35238"/>
                      <a:pt x="13649" y="50055"/>
                      <a:pt x="26349" y="53230"/>
                    </a:cubicBezTo>
                    <a:cubicBezTo>
                      <a:pt x="39049" y="56405"/>
                      <a:pt x="43812" y="24126"/>
                      <a:pt x="77149" y="46880"/>
                    </a:cubicBezTo>
                    <a:cubicBezTo>
                      <a:pt x="110487" y="69634"/>
                      <a:pt x="189200" y="108660"/>
                      <a:pt x="226374" y="189755"/>
                    </a:cubicBezTo>
                    <a:cubicBezTo>
                      <a:pt x="263548" y="270850"/>
                      <a:pt x="285906" y="466245"/>
                      <a:pt x="300193" y="533449"/>
                    </a:cubicBezTo>
                    <a:cubicBezTo>
                      <a:pt x="314480" y="600653"/>
                      <a:pt x="321756" y="651850"/>
                      <a:pt x="312099" y="59298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4E6C41AE-8413-B49F-2E67-FF839AF67202}"/>
                </a:ext>
              </a:extLst>
            </p:cNvPr>
            <p:cNvGrpSpPr/>
            <p:nvPr/>
          </p:nvGrpSpPr>
          <p:grpSpPr>
            <a:xfrm rot="21446017">
              <a:off x="3486637" y="2385487"/>
              <a:ext cx="972949" cy="782759"/>
              <a:chOff x="5204382" y="3525789"/>
              <a:chExt cx="1783235" cy="1434652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75736D67-7235-69A8-8907-EC2A18046348}"/>
                  </a:ext>
                </a:extLst>
              </p:cNvPr>
              <p:cNvGrpSpPr/>
              <p:nvPr/>
            </p:nvGrpSpPr>
            <p:grpSpPr>
              <a:xfrm>
                <a:off x="5204382" y="3743925"/>
                <a:ext cx="1783235" cy="1216516"/>
                <a:chOff x="4746507" y="3547853"/>
                <a:chExt cx="2725995" cy="1859663"/>
              </a:xfrm>
            </p:grpSpPr>
            <p:sp>
              <p:nvSpPr>
                <p:cNvPr id="26" name="Free-form: Shape 25">
                  <a:extLst>
                    <a:ext uri="{FF2B5EF4-FFF2-40B4-BE49-F238E27FC236}">
                      <a16:creationId xmlns:a16="http://schemas.microsoft.com/office/drawing/2014/main" id="{FD8EAD96-9819-4AAF-00A5-7077B857CD90}"/>
                    </a:ext>
                  </a:extLst>
                </p:cNvPr>
                <p:cNvSpPr/>
                <p:nvPr/>
              </p:nvSpPr>
              <p:spPr>
                <a:xfrm>
                  <a:off x="6096001" y="3547853"/>
                  <a:ext cx="1376501" cy="1859663"/>
                </a:xfrm>
                <a:custGeom>
                  <a:avLst/>
                  <a:gdLst>
                    <a:gd name="csX0" fmla="*/ 939990 w 1376501"/>
                    <a:gd name="csY0" fmla="*/ 1 h 1859663"/>
                    <a:gd name="csX1" fmla="*/ 1355449 w 1376501"/>
                    <a:gd name="csY1" fmla="*/ 140447 h 1859663"/>
                    <a:gd name="csX2" fmla="*/ 1258368 w 1376501"/>
                    <a:gd name="csY2" fmla="*/ 575436 h 1859663"/>
                    <a:gd name="csX3" fmla="*/ 1258368 w 1376501"/>
                    <a:gd name="csY3" fmla="*/ 575425 h 1859663"/>
                    <a:gd name="csX4" fmla="*/ 1102439 w 1376501"/>
                    <a:gd name="csY4" fmla="*/ 896301 h 1859663"/>
                    <a:gd name="csX5" fmla="*/ 978524 w 1376501"/>
                    <a:gd name="csY5" fmla="*/ 915970 h 1859663"/>
                    <a:gd name="csX6" fmla="*/ 893881 w 1376501"/>
                    <a:gd name="csY6" fmla="*/ 912907 h 1859663"/>
                    <a:gd name="csX7" fmla="*/ 953189 w 1376501"/>
                    <a:gd name="csY7" fmla="*/ 1000602 h 1859663"/>
                    <a:gd name="csX8" fmla="*/ 1048312 w 1376501"/>
                    <a:gd name="csY8" fmla="*/ 1228163 h 1859663"/>
                    <a:gd name="csX9" fmla="*/ 1017679 w 1376501"/>
                    <a:gd name="csY9" fmla="*/ 1540838 h 1859663"/>
                    <a:gd name="csX10" fmla="*/ 691656 w 1376501"/>
                    <a:gd name="csY10" fmla="*/ 1859019 h 1859663"/>
                    <a:gd name="csX11" fmla="*/ 555880 w 1376501"/>
                    <a:gd name="csY11" fmla="*/ 1831104 h 1859663"/>
                    <a:gd name="csX12" fmla="*/ 293345 w 1376501"/>
                    <a:gd name="csY12" fmla="*/ 1495845 h 1859663"/>
                    <a:gd name="csX13" fmla="*/ 61086 w 1376501"/>
                    <a:gd name="csY13" fmla="*/ 1181119 h 1859663"/>
                    <a:gd name="csX14" fmla="*/ 54706 w 1376501"/>
                    <a:gd name="csY14" fmla="*/ 1334353 h 1859663"/>
                    <a:gd name="csX15" fmla="*/ 19441 w 1376501"/>
                    <a:gd name="csY15" fmla="*/ 1481126 h 1859663"/>
                    <a:gd name="csX16" fmla="*/ 0 w 1376501"/>
                    <a:gd name="csY16" fmla="*/ 1483505 h 1859663"/>
                    <a:gd name="csX17" fmla="*/ 0 w 1376501"/>
                    <a:gd name="csY17" fmla="*/ 462266 h 1859663"/>
                    <a:gd name="csX18" fmla="*/ 9430 w 1376501"/>
                    <a:gd name="csY18" fmla="*/ 430410 h 1859663"/>
                    <a:gd name="csX19" fmla="*/ 85627 w 1376501"/>
                    <a:gd name="csY19" fmla="*/ 472746 h 1859663"/>
                    <a:gd name="csX20" fmla="*/ 161922 w 1376501"/>
                    <a:gd name="csY20" fmla="*/ 437807 h 1859663"/>
                    <a:gd name="csX21" fmla="*/ 611043 w 1376501"/>
                    <a:gd name="csY21" fmla="*/ 58739 h 1859663"/>
                    <a:gd name="csX22" fmla="*/ 939990 w 1376501"/>
                    <a:gd name="csY22" fmla="*/ 1 h 185966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</a:cxnLst>
                  <a:rect l="l" t="t" r="r" b="b"/>
                  <a:pathLst>
                    <a:path w="1376501" h="1859663">
                      <a:moveTo>
                        <a:pt x="939990" y="1"/>
                      </a:moveTo>
                      <a:cubicBezTo>
                        <a:pt x="1131585" y="-44"/>
                        <a:pt x="1312480" y="51427"/>
                        <a:pt x="1355449" y="140447"/>
                      </a:cubicBezTo>
                      <a:cubicBezTo>
                        <a:pt x="1393913" y="220104"/>
                        <a:pt x="1389422" y="240545"/>
                        <a:pt x="1258368" y="575436"/>
                      </a:cubicBezTo>
                      <a:lnTo>
                        <a:pt x="1258368" y="575425"/>
                      </a:lnTo>
                      <a:cubicBezTo>
                        <a:pt x="1194338" y="739404"/>
                        <a:pt x="1124089" y="883794"/>
                        <a:pt x="1102439" y="896301"/>
                      </a:cubicBezTo>
                      <a:cubicBezTo>
                        <a:pt x="1080903" y="908796"/>
                        <a:pt x="1025050" y="917651"/>
                        <a:pt x="978524" y="915970"/>
                      </a:cubicBezTo>
                      <a:lnTo>
                        <a:pt x="893881" y="912907"/>
                      </a:lnTo>
                      <a:lnTo>
                        <a:pt x="953189" y="1000602"/>
                      </a:lnTo>
                      <a:cubicBezTo>
                        <a:pt x="985780" y="1048832"/>
                        <a:pt x="1028620" y="1151235"/>
                        <a:pt x="1048312" y="1228163"/>
                      </a:cubicBezTo>
                      <a:cubicBezTo>
                        <a:pt x="1080558" y="1353885"/>
                        <a:pt x="1077448" y="1385520"/>
                        <a:pt x="1017679" y="1540838"/>
                      </a:cubicBezTo>
                      <a:cubicBezTo>
                        <a:pt x="929235" y="1770771"/>
                        <a:pt x="828929" y="1868647"/>
                        <a:pt x="691656" y="1859019"/>
                      </a:cubicBezTo>
                      <a:cubicBezTo>
                        <a:pt x="633729" y="1854954"/>
                        <a:pt x="572579" y="1842390"/>
                        <a:pt x="555880" y="1831104"/>
                      </a:cubicBezTo>
                      <a:cubicBezTo>
                        <a:pt x="539181" y="1819818"/>
                        <a:pt x="421082" y="1668956"/>
                        <a:pt x="293345" y="1495845"/>
                      </a:cubicBezTo>
                      <a:lnTo>
                        <a:pt x="61086" y="1181119"/>
                      </a:lnTo>
                      <a:lnTo>
                        <a:pt x="54706" y="1334353"/>
                      </a:lnTo>
                      <a:cubicBezTo>
                        <a:pt x="50543" y="1434061"/>
                        <a:pt x="44489" y="1470214"/>
                        <a:pt x="19441" y="1481126"/>
                      </a:cubicBezTo>
                      <a:lnTo>
                        <a:pt x="0" y="1483505"/>
                      </a:lnTo>
                      <a:lnTo>
                        <a:pt x="0" y="462266"/>
                      </a:lnTo>
                      <a:lnTo>
                        <a:pt x="9430" y="430410"/>
                      </a:lnTo>
                      <a:cubicBezTo>
                        <a:pt x="26327" y="409121"/>
                        <a:pt x="61046" y="424188"/>
                        <a:pt x="85627" y="472746"/>
                      </a:cubicBezTo>
                      <a:cubicBezTo>
                        <a:pt x="108418" y="517775"/>
                        <a:pt x="118725" y="513053"/>
                        <a:pt x="161922" y="437807"/>
                      </a:cubicBezTo>
                      <a:cubicBezTo>
                        <a:pt x="241177" y="299704"/>
                        <a:pt x="442469" y="129829"/>
                        <a:pt x="611043" y="58739"/>
                      </a:cubicBezTo>
                      <a:cubicBezTo>
                        <a:pt x="706224" y="18603"/>
                        <a:pt x="825033" y="29"/>
                        <a:pt x="939990" y="1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 w="115121" cap="flat">
                  <a:noFill/>
                  <a:prstDash val="solid"/>
                  <a:miter/>
                </a:ln>
              </p:spPr>
              <p:txBody>
                <a:bodyPr wrap="square">
                  <a:noAutofit/>
                </a:bodyPr>
                <a:lstStyle/>
                <a:p>
                  <a:endParaRPr lang="en-GB" dirty="0"/>
                </a:p>
              </p:txBody>
            </p:sp>
            <p:sp>
              <p:nvSpPr>
                <p:cNvPr id="27" name="Free-form: Shape 26">
                  <a:extLst>
                    <a:ext uri="{FF2B5EF4-FFF2-40B4-BE49-F238E27FC236}">
                      <a16:creationId xmlns:a16="http://schemas.microsoft.com/office/drawing/2014/main" id="{95E47937-3F94-AB91-CA23-1663A7879951}"/>
                    </a:ext>
                  </a:extLst>
                </p:cNvPr>
                <p:cNvSpPr/>
                <p:nvPr/>
              </p:nvSpPr>
              <p:spPr>
                <a:xfrm flipH="1">
                  <a:off x="4746507" y="3547853"/>
                  <a:ext cx="1376501" cy="1859663"/>
                </a:xfrm>
                <a:custGeom>
                  <a:avLst/>
                  <a:gdLst>
                    <a:gd name="csX0" fmla="*/ 939990 w 1376501"/>
                    <a:gd name="csY0" fmla="*/ 1 h 1859663"/>
                    <a:gd name="csX1" fmla="*/ 1355449 w 1376501"/>
                    <a:gd name="csY1" fmla="*/ 140447 h 1859663"/>
                    <a:gd name="csX2" fmla="*/ 1258368 w 1376501"/>
                    <a:gd name="csY2" fmla="*/ 575436 h 1859663"/>
                    <a:gd name="csX3" fmla="*/ 1258368 w 1376501"/>
                    <a:gd name="csY3" fmla="*/ 575425 h 1859663"/>
                    <a:gd name="csX4" fmla="*/ 1102439 w 1376501"/>
                    <a:gd name="csY4" fmla="*/ 896301 h 1859663"/>
                    <a:gd name="csX5" fmla="*/ 978524 w 1376501"/>
                    <a:gd name="csY5" fmla="*/ 915970 h 1859663"/>
                    <a:gd name="csX6" fmla="*/ 893881 w 1376501"/>
                    <a:gd name="csY6" fmla="*/ 912907 h 1859663"/>
                    <a:gd name="csX7" fmla="*/ 953189 w 1376501"/>
                    <a:gd name="csY7" fmla="*/ 1000602 h 1859663"/>
                    <a:gd name="csX8" fmla="*/ 1048312 w 1376501"/>
                    <a:gd name="csY8" fmla="*/ 1228163 h 1859663"/>
                    <a:gd name="csX9" fmla="*/ 1017679 w 1376501"/>
                    <a:gd name="csY9" fmla="*/ 1540838 h 1859663"/>
                    <a:gd name="csX10" fmla="*/ 691656 w 1376501"/>
                    <a:gd name="csY10" fmla="*/ 1859019 h 1859663"/>
                    <a:gd name="csX11" fmla="*/ 555880 w 1376501"/>
                    <a:gd name="csY11" fmla="*/ 1831104 h 1859663"/>
                    <a:gd name="csX12" fmla="*/ 293345 w 1376501"/>
                    <a:gd name="csY12" fmla="*/ 1495845 h 1859663"/>
                    <a:gd name="csX13" fmla="*/ 61086 w 1376501"/>
                    <a:gd name="csY13" fmla="*/ 1181119 h 1859663"/>
                    <a:gd name="csX14" fmla="*/ 54706 w 1376501"/>
                    <a:gd name="csY14" fmla="*/ 1334353 h 1859663"/>
                    <a:gd name="csX15" fmla="*/ 19441 w 1376501"/>
                    <a:gd name="csY15" fmla="*/ 1481126 h 1859663"/>
                    <a:gd name="csX16" fmla="*/ 0 w 1376501"/>
                    <a:gd name="csY16" fmla="*/ 1483505 h 1859663"/>
                    <a:gd name="csX17" fmla="*/ 0 w 1376501"/>
                    <a:gd name="csY17" fmla="*/ 462266 h 1859663"/>
                    <a:gd name="csX18" fmla="*/ 9430 w 1376501"/>
                    <a:gd name="csY18" fmla="*/ 430410 h 1859663"/>
                    <a:gd name="csX19" fmla="*/ 85627 w 1376501"/>
                    <a:gd name="csY19" fmla="*/ 472746 h 1859663"/>
                    <a:gd name="csX20" fmla="*/ 161922 w 1376501"/>
                    <a:gd name="csY20" fmla="*/ 437807 h 1859663"/>
                    <a:gd name="csX21" fmla="*/ 611043 w 1376501"/>
                    <a:gd name="csY21" fmla="*/ 58739 h 1859663"/>
                    <a:gd name="csX22" fmla="*/ 939990 w 1376501"/>
                    <a:gd name="csY22" fmla="*/ 1 h 185966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</a:cxnLst>
                  <a:rect l="l" t="t" r="r" b="b"/>
                  <a:pathLst>
                    <a:path w="1376501" h="1859663">
                      <a:moveTo>
                        <a:pt x="939990" y="1"/>
                      </a:moveTo>
                      <a:cubicBezTo>
                        <a:pt x="1131585" y="-44"/>
                        <a:pt x="1312480" y="51427"/>
                        <a:pt x="1355449" y="140447"/>
                      </a:cubicBezTo>
                      <a:cubicBezTo>
                        <a:pt x="1393913" y="220104"/>
                        <a:pt x="1389422" y="240545"/>
                        <a:pt x="1258368" y="575436"/>
                      </a:cubicBezTo>
                      <a:lnTo>
                        <a:pt x="1258368" y="575425"/>
                      </a:lnTo>
                      <a:cubicBezTo>
                        <a:pt x="1194338" y="739404"/>
                        <a:pt x="1124089" y="883794"/>
                        <a:pt x="1102439" y="896301"/>
                      </a:cubicBezTo>
                      <a:cubicBezTo>
                        <a:pt x="1080903" y="908796"/>
                        <a:pt x="1025050" y="917651"/>
                        <a:pt x="978524" y="915970"/>
                      </a:cubicBezTo>
                      <a:lnTo>
                        <a:pt x="893881" y="912907"/>
                      </a:lnTo>
                      <a:lnTo>
                        <a:pt x="953189" y="1000602"/>
                      </a:lnTo>
                      <a:cubicBezTo>
                        <a:pt x="985780" y="1048832"/>
                        <a:pt x="1028620" y="1151235"/>
                        <a:pt x="1048312" y="1228163"/>
                      </a:cubicBezTo>
                      <a:cubicBezTo>
                        <a:pt x="1080558" y="1353885"/>
                        <a:pt x="1077448" y="1385520"/>
                        <a:pt x="1017679" y="1540838"/>
                      </a:cubicBezTo>
                      <a:cubicBezTo>
                        <a:pt x="929235" y="1770771"/>
                        <a:pt x="828929" y="1868647"/>
                        <a:pt x="691656" y="1859019"/>
                      </a:cubicBezTo>
                      <a:cubicBezTo>
                        <a:pt x="633729" y="1854954"/>
                        <a:pt x="572579" y="1842390"/>
                        <a:pt x="555880" y="1831104"/>
                      </a:cubicBezTo>
                      <a:cubicBezTo>
                        <a:pt x="539181" y="1819818"/>
                        <a:pt x="421082" y="1668956"/>
                        <a:pt x="293345" y="1495845"/>
                      </a:cubicBezTo>
                      <a:lnTo>
                        <a:pt x="61086" y="1181119"/>
                      </a:lnTo>
                      <a:lnTo>
                        <a:pt x="54706" y="1334353"/>
                      </a:lnTo>
                      <a:cubicBezTo>
                        <a:pt x="50543" y="1434061"/>
                        <a:pt x="44489" y="1470214"/>
                        <a:pt x="19441" y="1481126"/>
                      </a:cubicBezTo>
                      <a:lnTo>
                        <a:pt x="0" y="1483505"/>
                      </a:lnTo>
                      <a:lnTo>
                        <a:pt x="0" y="462266"/>
                      </a:lnTo>
                      <a:lnTo>
                        <a:pt x="9430" y="430410"/>
                      </a:lnTo>
                      <a:cubicBezTo>
                        <a:pt x="26327" y="409121"/>
                        <a:pt x="61046" y="424188"/>
                        <a:pt x="85627" y="472746"/>
                      </a:cubicBezTo>
                      <a:cubicBezTo>
                        <a:pt x="108418" y="517775"/>
                        <a:pt x="118725" y="513053"/>
                        <a:pt x="161922" y="437807"/>
                      </a:cubicBezTo>
                      <a:cubicBezTo>
                        <a:pt x="241177" y="299704"/>
                        <a:pt x="442469" y="129829"/>
                        <a:pt x="611043" y="58739"/>
                      </a:cubicBezTo>
                      <a:cubicBezTo>
                        <a:pt x="706224" y="18603"/>
                        <a:pt x="825033" y="29"/>
                        <a:pt x="939990" y="1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 w="115121" cap="flat">
                  <a:noFill/>
                  <a:prstDash val="solid"/>
                  <a:miter/>
                </a:ln>
              </p:spPr>
              <p:txBody>
                <a:bodyPr wrap="square">
                  <a:noAutofit/>
                </a:bodyPr>
                <a:lstStyle/>
                <a:p>
                  <a:endParaRPr lang="en-GB"/>
                </a:p>
              </p:txBody>
            </p:sp>
          </p:grpSp>
          <p:sp>
            <p:nvSpPr>
              <p:cNvPr id="24" name="Free-form: Shape 23">
                <a:extLst>
                  <a:ext uri="{FF2B5EF4-FFF2-40B4-BE49-F238E27FC236}">
                    <a16:creationId xmlns:a16="http://schemas.microsoft.com/office/drawing/2014/main" id="{72BB2033-5722-FEBC-E606-821EDD346855}"/>
                  </a:ext>
                </a:extLst>
              </p:cNvPr>
              <p:cNvSpPr/>
              <p:nvPr/>
            </p:nvSpPr>
            <p:spPr>
              <a:xfrm>
                <a:off x="5770672" y="3525789"/>
                <a:ext cx="316494" cy="618799"/>
              </a:xfrm>
              <a:custGeom>
                <a:avLst/>
                <a:gdLst>
                  <a:gd name="csX0" fmla="*/ 312099 w 314589"/>
                  <a:gd name="csY0" fmla="*/ 592980 h 617011"/>
                  <a:gd name="csX1" fmla="*/ 242249 w 314589"/>
                  <a:gd name="csY1" fmla="*/ 180230 h 617011"/>
                  <a:gd name="csX2" fmla="*/ 58099 w 314589"/>
                  <a:gd name="csY2" fmla="*/ 8780 h 617011"/>
                  <a:gd name="csX3" fmla="*/ 949 w 314589"/>
                  <a:gd name="csY3" fmla="*/ 27830 h 617011"/>
                  <a:gd name="csX4" fmla="*/ 26349 w 314589"/>
                  <a:gd name="csY4" fmla="*/ 53230 h 617011"/>
                  <a:gd name="csX5" fmla="*/ 77149 w 314589"/>
                  <a:gd name="csY5" fmla="*/ 46880 h 617011"/>
                  <a:gd name="csX6" fmla="*/ 178749 w 314589"/>
                  <a:gd name="csY6" fmla="*/ 123080 h 617011"/>
                  <a:gd name="csX7" fmla="*/ 254949 w 314589"/>
                  <a:gd name="csY7" fmla="*/ 262780 h 617011"/>
                  <a:gd name="csX8" fmla="*/ 293049 w 314589"/>
                  <a:gd name="csY8" fmla="*/ 535830 h 617011"/>
                  <a:gd name="csX9" fmla="*/ 312099 w 314589"/>
                  <a:gd name="csY9" fmla="*/ 592980 h 617011"/>
                  <a:gd name="csX0" fmla="*/ 312099 w 314801"/>
                  <a:gd name="csY0" fmla="*/ 592980 h 619150"/>
                  <a:gd name="csX1" fmla="*/ 242249 w 314801"/>
                  <a:gd name="csY1" fmla="*/ 180230 h 619150"/>
                  <a:gd name="csX2" fmla="*/ 58099 w 314801"/>
                  <a:gd name="csY2" fmla="*/ 8780 h 619150"/>
                  <a:gd name="csX3" fmla="*/ 949 w 314801"/>
                  <a:gd name="csY3" fmla="*/ 27830 h 619150"/>
                  <a:gd name="csX4" fmla="*/ 26349 w 314801"/>
                  <a:gd name="csY4" fmla="*/ 53230 h 619150"/>
                  <a:gd name="csX5" fmla="*/ 77149 w 314801"/>
                  <a:gd name="csY5" fmla="*/ 46880 h 619150"/>
                  <a:gd name="csX6" fmla="*/ 178749 w 314801"/>
                  <a:gd name="csY6" fmla="*/ 123080 h 619150"/>
                  <a:gd name="csX7" fmla="*/ 223992 w 314801"/>
                  <a:gd name="csY7" fmla="*/ 200868 h 619150"/>
                  <a:gd name="csX8" fmla="*/ 293049 w 314801"/>
                  <a:gd name="csY8" fmla="*/ 535830 h 619150"/>
                  <a:gd name="csX9" fmla="*/ 312099 w 314801"/>
                  <a:gd name="csY9" fmla="*/ 592980 h 619150"/>
                  <a:gd name="csX0" fmla="*/ 312099 w 314589"/>
                  <a:gd name="csY0" fmla="*/ 592980 h 619150"/>
                  <a:gd name="csX1" fmla="*/ 242249 w 314589"/>
                  <a:gd name="csY1" fmla="*/ 180230 h 619150"/>
                  <a:gd name="csX2" fmla="*/ 58099 w 314589"/>
                  <a:gd name="csY2" fmla="*/ 8780 h 619150"/>
                  <a:gd name="csX3" fmla="*/ 949 w 314589"/>
                  <a:gd name="csY3" fmla="*/ 27830 h 619150"/>
                  <a:gd name="csX4" fmla="*/ 26349 w 314589"/>
                  <a:gd name="csY4" fmla="*/ 53230 h 619150"/>
                  <a:gd name="csX5" fmla="*/ 77149 w 314589"/>
                  <a:gd name="csY5" fmla="*/ 46880 h 619150"/>
                  <a:gd name="csX6" fmla="*/ 178749 w 314589"/>
                  <a:gd name="csY6" fmla="*/ 123080 h 619150"/>
                  <a:gd name="csX7" fmla="*/ 235898 w 314589"/>
                  <a:gd name="csY7" fmla="*/ 200868 h 619150"/>
                  <a:gd name="csX8" fmla="*/ 293049 w 314589"/>
                  <a:gd name="csY8" fmla="*/ 535830 h 619150"/>
                  <a:gd name="csX9" fmla="*/ 312099 w 314589"/>
                  <a:gd name="csY9" fmla="*/ 592980 h 619150"/>
                  <a:gd name="csX0" fmla="*/ 312099 w 315918"/>
                  <a:gd name="csY0" fmla="*/ 592980 h 621912"/>
                  <a:gd name="csX1" fmla="*/ 242249 w 315918"/>
                  <a:gd name="csY1" fmla="*/ 180230 h 621912"/>
                  <a:gd name="csX2" fmla="*/ 58099 w 315918"/>
                  <a:gd name="csY2" fmla="*/ 8780 h 621912"/>
                  <a:gd name="csX3" fmla="*/ 949 w 315918"/>
                  <a:gd name="csY3" fmla="*/ 27830 h 621912"/>
                  <a:gd name="csX4" fmla="*/ 26349 w 315918"/>
                  <a:gd name="csY4" fmla="*/ 53230 h 621912"/>
                  <a:gd name="csX5" fmla="*/ 77149 w 315918"/>
                  <a:gd name="csY5" fmla="*/ 46880 h 621912"/>
                  <a:gd name="csX6" fmla="*/ 178749 w 315918"/>
                  <a:gd name="csY6" fmla="*/ 123080 h 621912"/>
                  <a:gd name="csX7" fmla="*/ 293049 w 315918"/>
                  <a:gd name="csY7" fmla="*/ 535830 h 621912"/>
                  <a:gd name="csX8" fmla="*/ 312099 w 315918"/>
                  <a:gd name="csY8" fmla="*/ 592980 h 621912"/>
                  <a:gd name="csX0" fmla="*/ 312099 w 314756"/>
                  <a:gd name="csY0" fmla="*/ 592980 h 619523"/>
                  <a:gd name="csX1" fmla="*/ 242249 w 314756"/>
                  <a:gd name="csY1" fmla="*/ 180230 h 619523"/>
                  <a:gd name="csX2" fmla="*/ 58099 w 314756"/>
                  <a:gd name="csY2" fmla="*/ 8780 h 619523"/>
                  <a:gd name="csX3" fmla="*/ 949 w 314756"/>
                  <a:gd name="csY3" fmla="*/ 27830 h 619523"/>
                  <a:gd name="csX4" fmla="*/ 26349 w 314756"/>
                  <a:gd name="csY4" fmla="*/ 53230 h 619523"/>
                  <a:gd name="csX5" fmla="*/ 77149 w 314756"/>
                  <a:gd name="csY5" fmla="*/ 46880 h 619523"/>
                  <a:gd name="csX6" fmla="*/ 226374 w 314756"/>
                  <a:gd name="csY6" fmla="*/ 189755 h 619523"/>
                  <a:gd name="csX7" fmla="*/ 293049 w 314756"/>
                  <a:gd name="csY7" fmla="*/ 535830 h 619523"/>
                  <a:gd name="csX8" fmla="*/ 312099 w 314756"/>
                  <a:gd name="csY8" fmla="*/ 592980 h 619523"/>
                  <a:gd name="csX0" fmla="*/ 312099 w 316494"/>
                  <a:gd name="csY0" fmla="*/ 592980 h 618799"/>
                  <a:gd name="csX1" fmla="*/ 242249 w 316494"/>
                  <a:gd name="csY1" fmla="*/ 180230 h 618799"/>
                  <a:gd name="csX2" fmla="*/ 58099 w 316494"/>
                  <a:gd name="csY2" fmla="*/ 8780 h 618799"/>
                  <a:gd name="csX3" fmla="*/ 949 w 316494"/>
                  <a:gd name="csY3" fmla="*/ 27830 h 618799"/>
                  <a:gd name="csX4" fmla="*/ 26349 w 316494"/>
                  <a:gd name="csY4" fmla="*/ 53230 h 618799"/>
                  <a:gd name="csX5" fmla="*/ 77149 w 316494"/>
                  <a:gd name="csY5" fmla="*/ 46880 h 618799"/>
                  <a:gd name="csX6" fmla="*/ 226374 w 316494"/>
                  <a:gd name="csY6" fmla="*/ 189755 h 618799"/>
                  <a:gd name="csX7" fmla="*/ 300193 w 316494"/>
                  <a:gd name="csY7" fmla="*/ 533449 h 618799"/>
                  <a:gd name="csX8" fmla="*/ 312099 w 316494"/>
                  <a:gd name="csY8" fmla="*/ 592980 h 618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316494" h="618799">
                    <a:moveTo>
                      <a:pt x="312099" y="592980"/>
                    </a:moveTo>
                    <a:cubicBezTo>
                      <a:pt x="302442" y="534110"/>
                      <a:pt x="284582" y="277597"/>
                      <a:pt x="242249" y="180230"/>
                    </a:cubicBezTo>
                    <a:cubicBezTo>
                      <a:pt x="199916" y="82863"/>
                      <a:pt x="98316" y="34180"/>
                      <a:pt x="58099" y="8780"/>
                    </a:cubicBezTo>
                    <a:cubicBezTo>
                      <a:pt x="17882" y="-16620"/>
                      <a:pt x="6241" y="20422"/>
                      <a:pt x="949" y="27830"/>
                    </a:cubicBezTo>
                    <a:cubicBezTo>
                      <a:pt x="-4343" y="35238"/>
                      <a:pt x="13649" y="50055"/>
                      <a:pt x="26349" y="53230"/>
                    </a:cubicBezTo>
                    <a:cubicBezTo>
                      <a:pt x="39049" y="56405"/>
                      <a:pt x="43812" y="24126"/>
                      <a:pt x="77149" y="46880"/>
                    </a:cubicBezTo>
                    <a:cubicBezTo>
                      <a:pt x="110487" y="69634"/>
                      <a:pt x="189200" y="108660"/>
                      <a:pt x="226374" y="189755"/>
                    </a:cubicBezTo>
                    <a:cubicBezTo>
                      <a:pt x="263548" y="270850"/>
                      <a:pt x="285906" y="466245"/>
                      <a:pt x="300193" y="533449"/>
                    </a:cubicBezTo>
                    <a:cubicBezTo>
                      <a:pt x="314480" y="600653"/>
                      <a:pt x="321756" y="651850"/>
                      <a:pt x="312099" y="59298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5" name="Free-form: Shape 24">
                <a:extLst>
                  <a:ext uri="{FF2B5EF4-FFF2-40B4-BE49-F238E27FC236}">
                    <a16:creationId xmlns:a16="http://schemas.microsoft.com/office/drawing/2014/main" id="{B0016225-8F60-57F5-3944-B12B9DABD06B}"/>
                  </a:ext>
                </a:extLst>
              </p:cNvPr>
              <p:cNvSpPr/>
              <p:nvPr/>
            </p:nvSpPr>
            <p:spPr>
              <a:xfrm flipH="1">
                <a:off x="6096997" y="3525789"/>
                <a:ext cx="316494" cy="618799"/>
              </a:xfrm>
              <a:custGeom>
                <a:avLst/>
                <a:gdLst>
                  <a:gd name="csX0" fmla="*/ 312099 w 314589"/>
                  <a:gd name="csY0" fmla="*/ 592980 h 617011"/>
                  <a:gd name="csX1" fmla="*/ 242249 w 314589"/>
                  <a:gd name="csY1" fmla="*/ 180230 h 617011"/>
                  <a:gd name="csX2" fmla="*/ 58099 w 314589"/>
                  <a:gd name="csY2" fmla="*/ 8780 h 617011"/>
                  <a:gd name="csX3" fmla="*/ 949 w 314589"/>
                  <a:gd name="csY3" fmla="*/ 27830 h 617011"/>
                  <a:gd name="csX4" fmla="*/ 26349 w 314589"/>
                  <a:gd name="csY4" fmla="*/ 53230 h 617011"/>
                  <a:gd name="csX5" fmla="*/ 77149 w 314589"/>
                  <a:gd name="csY5" fmla="*/ 46880 h 617011"/>
                  <a:gd name="csX6" fmla="*/ 178749 w 314589"/>
                  <a:gd name="csY6" fmla="*/ 123080 h 617011"/>
                  <a:gd name="csX7" fmla="*/ 254949 w 314589"/>
                  <a:gd name="csY7" fmla="*/ 262780 h 617011"/>
                  <a:gd name="csX8" fmla="*/ 293049 w 314589"/>
                  <a:gd name="csY8" fmla="*/ 535830 h 617011"/>
                  <a:gd name="csX9" fmla="*/ 312099 w 314589"/>
                  <a:gd name="csY9" fmla="*/ 592980 h 617011"/>
                  <a:gd name="csX0" fmla="*/ 312099 w 314801"/>
                  <a:gd name="csY0" fmla="*/ 592980 h 619150"/>
                  <a:gd name="csX1" fmla="*/ 242249 w 314801"/>
                  <a:gd name="csY1" fmla="*/ 180230 h 619150"/>
                  <a:gd name="csX2" fmla="*/ 58099 w 314801"/>
                  <a:gd name="csY2" fmla="*/ 8780 h 619150"/>
                  <a:gd name="csX3" fmla="*/ 949 w 314801"/>
                  <a:gd name="csY3" fmla="*/ 27830 h 619150"/>
                  <a:gd name="csX4" fmla="*/ 26349 w 314801"/>
                  <a:gd name="csY4" fmla="*/ 53230 h 619150"/>
                  <a:gd name="csX5" fmla="*/ 77149 w 314801"/>
                  <a:gd name="csY5" fmla="*/ 46880 h 619150"/>
                  <a:gd name="csX6" fmla="*/ 178749 w 314801"/>
                  <a:gd name="csY6" fmla="*/ 123080 h 619150"/>
                  <a:gd name="csX7" fmla="*/ 223992 w 314801"/>
                  <a:gd name="csY7" fmla="*/ 200868 h 619150"/>
                  <a:gd name="csX8" fmla="*/ 293049 w 314801"/>
                  <a:gd name="csY8" fmla="*/ 535830 h 619150"/>
                  <a:gd name="csX9" fmla="*/ 312099 w 314801"/>
                  <a:gd name="csY9" fmla="*/ 592980 h 619150"/>
                  <a:gd name="csX0" fmla="*/ 312099 w 314589"/>
                  <a:gd name="csY0" fmla="*/ 592980 h 619150"/>
                  <a:gd name="csX1" fmla="*/ 242249 w 314589"/>
                  <a:gd name="csY1" fmla="*/ 180230 h 619150"/>
                  <a:gd name="csX2" fmla="*/ 58099 w 314589"/>
                  <a:gd name="csY2" fmla="*/ 8780 h 619150"/>
                  <a:gd name="csX3" fmla="*/ 949 w 314589"/>
                  <a:gd name="csY3" fmla="*/ 27830 h 619150"/>
                  <a:gd name="csX4" fmla="*/ 26349 w 314589"/>
                  <a:gd name="csY4" fmla="*/ 53230 h 619150"/>
                  <a:gd name="csX5" fmla="*/ 77149 w 314589"/>
                  <a:gd name="csY5" fmla="*/ 46880 h 619150"/>
                  <a:gd name="csX6" fmla="*/ 178749 w 314589"/>
                  <a:gd name="csY6" fmla="*/ 123080 h 619150"/>
                  <a:gd name="csX7" fmla="*/ 235898 w 314589"/>
                  <a:gd name="csY7" fmla="*/ 200868 h 619150"/>
                  <a:gd name="csX8" fmla="*/ 293049 w 314589"/>
                  <a:gd name="csY8" fmla="*/ 535830 h 619150"/>
                  <a:gd name="csX9" fmla="*/ 312099 w 314589"/>
                  <a:gd name="csY9" fmla="*/ 592980 h 619150"/>
                  <a:gd name="csX0" fmla="*/ 312099 w 315918"/>
                  <a:gd name="csY0" fmla="*/ 592980 h 621912"/>
                  <a:gd name="csX1" fmla="*/ 242249 w 315918"/>
                  <a:gd name="csY1" fmla="*/ 180230 h 621912"/>
                  <a:gd name="csX2" fmla="*/ 58099 w 315918"/>
                  <a:gd name="csY2" fmla="*/ 8780 h 621912"/>
                  <a:gd name="csX3" fmla="*/ 949 w 315918"/>
                  <a:gd name="csY3" fmla="*/ 27830 h 621912"/>
                  <a:gd name="csX4" fmla="*/ 26349 w 315918"/>
                  <a:gd name="csY4" fmla="*/ 53230 h 621912"/>
                  <a:gd name="csX5" fmla="*/ 77149 w 315918"/>
                  <a:gd name="csY5" fmla="*/ 46880 h 621912"/>
                  <a:gd name="csX6" fmla="*/ 178749 w 315918"/>
                  <a:gd name="csY6" fmla="*/ 123080 h 621912"/>
                  <a:gd name="csX7" fmla="*/ 293049 w 315918"/>
                  <a:gd name="csY7" fmla="*/ 535830 h 621912"/>
                  <a:gd name="csX8" fmla="*/ 312099 w 315918"/>
                  <a:gd name="csY8" fmla="*/ 592980 h 621912"/>
                  <a:gd name="csX0" fmla="*/ 312099 w 314756"/>
                  <a:gd name="csY0" fmla="*/ 592980 h 619523"/>
                  <a:gd name="csX1" fmla="*/ 242249 w 314756"/>
                  <a:gd name="csY1" fmla="*/ 180230 h 619523"/>
                  <a:gd name="csX2" fmla="*/ 58099 w 314756"/>
                  <a:gd name="csY2" fmla="*/ 8780 h 619523"/>
                  <a:gd name="csX3" fmla="*/ 949 w 314756"/>
                  <a:gd name="csY3" fmla="*/ 27830 h 619523"/>
                  <a:gd name="csX4" fmla="*/ 26349 w 314756"/>
                  <a:gd name="csY4" fmla="*/ 53230 h 619523"/>
                  <a:gd name="csX5" fmla="*/ 77149 w 314756"/>
                  <a:gd name="csY5" fmla="*/ 46880 h 619523"/>
                  <a:gd name="csX6" fmla="*/ 226374 w 314756"/>
                  <a:gd name="csY6" fmla="*/ 189755 h 619523"/>
                  <a:gd name="csX7" fmla="*/ 293049 w 314756"/>
                  <a:gd name="csY7" fmla="*/ 535830 h 619523"/>
                  <a:gd name="csX8" fmla="*/ 312099 w 314756"/>
                  <a:gd name="csY8" fmla="*/ 592980 h 619523"/>
                  <a:gd name="csX0" fmla="*/ 312099 w 316494"/>
                  <a:gd name="csY0" fmla="*/ 592980 h 618799"/>
                  <a:gd name="csX1" fmla="*/ 242249 w 316494"/>
                  <a:gd name="csY1" fmla="*/ 180230 h 618799"/>
                  <a:gd name="csX2" fmla="*/ 58099 w 316494"/>
                  <a:gd name="csY2" fmla="*/ 8780 h 618799"/>
                  <a:gd name="csX3" fmla="*/ 949 w 316494"/>
                  <a:gd name="csY3" fmla="*/ 27830 h 618799"/>
                  <a:gd name="csX4" fmla="*/ 26349 w 316494"/>
                  <a:gd name="csY4" fmla="*/ 53230 h 618799"/>
                  <a:gd name="csX5" fmla="*/ 77149 w 316494"/>
                  <a:gd name="csY5" fmla="*/ 46880 h 618799"/>
                  <a:gd name="csX6" fmla="*/ 226374 w 316494"/>
                  <a:gd name="csY6" fmla="*/ 189755 h 618799"/>
                  <a:gd name="csX7" fmla="*/ 300193 w 316494"/>
                  <a:gd name="csY7" fmla="*/ 533449 h 618799"/>
                  <a:gd name="csX8" fmla="*/ 312099 w 316494"/>
                  <a:gd name="csY8" fmla="*/ 592980 h 618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316494" h="618799">
                    <a:moveTo>
                      <a:pt x="312099" y="592980"/>
                    </a:moveTo>
                    <a:cubicBezTo>
                      <a:pt x="302442" y="534110"/>
                      <a:pt x="284582" y="277597"/>
                      <a:pt x="242249" y="180230"/>
                    </a:cubicBezTo>
                    <a:cubicBezTo>
                      <a:pt x="199916" y="82863"/>
                      <a:pt x="98316" y="34180"/>
                      <a:pt x="58099" y="8780"/>
                    </a:cubicBezTo>
                    <a:cubicBezTo>
                      <a:pt x="17882" y="-16620"/>
                      <a:pt x="6241" y="20422"/>
                      <a:pt x="949" y="27830"/>
                    </a:cubicBezTo>
                    <a:cubicBezTo>
                      <a:pt x="-4343" y="35238"/>
                      <a:pt x="13649" y="50055"/>
                      <a:pt x="26349" y="53230"/>
                    </a:cubicBezTo>
                    <a:cubicBezTo>
                      <a:pt x="39049" y="56405"/>
                      <a:pt x="43812" y="24126"/>
                      <a:pt x="77149" y="46880"/>
                    </a:cubicBezTo>
                    <a:cubicBezTo>
                      <a:pt x="110487" y="69634"/>
                      <a:pt x="189200" y="108660"/>
                      <a:pt x="226374" y="189755"/>
                    </a:cubicBezTo>
                    <a:cubicBezTo>
                      <a:pt x="263548" y="270850"/>
                      <a:pt x="285906" y="466245"/>
                      <a:pt x="300193" y="533449"/>
                    </a:cubicBezTo>
                    <a:cubicBezTo>
                      <a:pt x="314480" y="600653"/>
                      <a:pt x="321756" y="651850"/>
                      <a:pt x="312099" y="59298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316377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F4AEC8-0547-5285-C15A-F1C354DDF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72CF5BA-D412-077A-F90E-9A38E9B38D5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2727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6C3FE28-8E69-7830-0C74-187B5394EF3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06" t="4091" r="2876" b="384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51B6C78-05AB-5EE8-132E-55313031CBB8}"/>
              </a:ext>
            </a:extLst>
          </p:cNvPr>
          <p:cNvSpPr/>
          <p:nvPr/>
        </p:nvSpPr>
        <p:spPr>
          <a:xfrm>
            <a:off x="250785" y="1875100"/>
            <a:ext cx="11690430" cy="4710896"/>
          </a:xfrm>
          <a:prstGeom prst="roundRect">
            <a:avLst>
              <a:gd name="adj" fmla="val 1229"/>
            </a:avLst>
          </a:prstGeom>
          <a:solidFill>
            <a:srgbClr val="6F6F6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FB533E-0990-B773-4298-A271E8A89E9B}"/>
              </a:ext>
            </a:extLst>
          </p:cNvPr>
          <p:cNvSpPr txBox="1"/>
          <p:nvPr/>
        </p:nvSpPr>
        <p:spPr>
          <a:xfrm>
            <a:off x="1579439" y="2815016"/>
            <a:ext cx="90331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schemeClr val="bg1"/>
                </a:solidFill>
              </a:rPr>
              <a:t>You finished the game.</a:t>
            </a:r>
            <a:br>
              <a:rPr lang="en-GB" sz="2400" dirty="0">
                <a:solidFill>
                  <a:schemeClr val="bg1"/>
                </a:solidFill>
              </a:rPr>
            </a:br>
            <a:endParaRPr lang="en-GB" sz="2400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B54CBCA-CFC2-0044-7215-2E11743F9A70}"/>
              </a:ext>
            </a:extLst>
          </p:cNvPr>
          <p:cNvSpPr txBox="1"/>
          <p:nvPr/>
        </p:nvSpPr>
        <p:spPr>
          <a:xfrm>
            <a:off x="250784" y="5268565"/>
            <a:ext cx="116904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schemeClr val="bg1"/>
                </a:solidFill>
              </a:rPr>
              <a:t>Let the experimenter know that you have finished.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12215F-BBF3-DA9B-4849-680F04E45F86}"/>
              </a:ext>
            </a:extLst>
          </p:cNvPr>
          <p:cNvSpPr txBox="1"/>
          <p:nvPr/>
        </p:nvSpPr>
        <p:spPr>
          <a:xfrm>
            <a:off x="250784" y="2072388"/>
            <a:ext cx="116904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u="sng" dirty="0">
                <a:solidFill>
                  <a:schemeClr val="bg1"/>
                </a:solidFill>
              </a:rPr>
              <a:t>Well Done!!!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3D0276D-792B-1B6B-BBC1-6264CC4F5785}"/>
              </a:ext>
            </a:extLst>
          </p:cNvPr>
          <p:cNvCxnSpPr>
            <a:cxnSpLocks/>
          </p:cNvCxnSpPr>
          <p:nvPr/>
        </p:nvCxnSpPr>
        <p:spPr>
          <a:xfrm>
            <a:off x="2978150" y="3429000"/>
            <a:ext cx="6235700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78584C4-C39C-2B09-E57A-3ED751EAC33C}"/>
              </a:ext>
            </a:extLst>
          </p:cNvPr>
          <p:cNvCxnSpPr>
            <a:cxnSpLocks/>
          </p:cNvCxnSpPr>
          <p:nvPr/>
        </p:nvCxnSpPr>
        <p:spPr>
          <a:xfrm>
            <a:off x="2978150" y="5029200"/>
            <a:ext cx="6235700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A2D3C14-BDCE-CDB6-AE41-A92C7A647DD2}"/>
              </a:ext>
            </a:extLst>
          </p:cNvPr>
          <p:cNvGrpSpPr/>
          <p:nvPr/>
        </p:nvGrpSpPr>
        <p:grpSpPr>
          <a:xfrm rot="21446017">
            <a:off x="3597553" y="2078565"/>
            <a:ext cx="972949" cy="782759"/>
            <a:chOff x="5204382" y="3525789"/>
            <a:chExt cx="1783235" cy="1434652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BCD01AE0-DAC6-4CE3-A3EF-9E1C364004DD}"/>
                </a:ext>
              </a:extLst>
            </p:cNvPr>
            <p:cNvGrpSpPr/>
            <p:nvPr/>
          </p:nvGrpSpPr>
          <p:grpSpPr>
            <a:xfrm>
              <a:off x="5204382" y="3743925"/>
              <a:ext cx="1783235" cy="1216516"/>
              <a:chOff x="4746507" y="3547853"/>
              <a:chExt cx="2725995" cy="1859663"/>
            </a:xfrm>
          </p:grpSpPr>
          <p:sp>
            <p:nvSpPr>
              <p:cNvPr id="17" name="Free-form: Shape 16">
                <a:extLst>
                  <a:ext uri="{FF2B5EF4-FFF2-40B4-BE49-F238E27FC236}">
                    <a16:creationId xmlns:a16="http://schemas.microsoft.com/office/drawing/2014/main" id="{C311AFA4-2AB5-440A-D53B-1F8EFC9E6B38}"/>
                  </a:ext>
                </a:extLst>
              </p:cNvPr>
              <p:cNvSpPr/>
              <p:nvPr/>
            </p:nvSpPr>
            <p:spPr>
              <a:xfrm>
                <a:off x="6096001" y="3547853"/>
                <a:ext cx="1376501" cy="1859663"/>
              </a:xfrm>
              <a:custGeom>
                <a:avLst/>
                <a:gdLst>
                  <a:gd name="csX0" fmla="*/ 939990 w 1376501"/>
                  <a:gd name="csY0" fmla="*/ 1 h 1859663"/>
                  <a:gd name="csX1" fmla="*/ 1355449 w 1376501"/>
                  <a:gd name="csY1" fmla="*/ 140447 h 1859663"/>
                  <a:gd name="csX2" fmla="*/ 1258368 w 1376501"/>
                  <a:gd name="csY2" fmla="*/ 575436 h 1859663"/>
                  <a:gd name="csX3" fmla="*/ 1258368 w 1376501"/>
                  <a:gd name="csY3" fmla="*/ 575425 h 1859663"/>
                  <a:gd name="csX4" fmla="*/ 1102439 w 1376501"/>
                  <a:gd name="csY4" fmla="*/ 896301 h 1859663"/>
                  <a:gd name="csX5" fmla="*/ 978524 w 1376501"/>
                  <a:gd name="csY5" fmla="*/ 915970 h 1859663"/>
                  <a:gd name="csX6" fmla="*/ 893881 w 1376501"/>
                  <a:gd name="csY6" fmla="*/ 912907 h 1859663"/>
                  <a:gd name="csX7" fmla="*/ 953189 w 1376501"/>
                  <a:gd name="csY7" fmla="*/ 1000602 h 1859663"/>
                  <a:gd name="csX8" fmla="*/ 1048312 w 1376501"/>
                  <a:gd name="csY8" fmla="*/ 1228163 h 1859663"/>
                  <a:gd name="csX9" fmla="*/ 1017679 w 1376501"/>
                  <a:gd name="csY9" fmla="*/ 1540838 h 1859663"/>
                  <a:gd name="csX10" fmla="*/ 691656 w 1376501"/>
                  <a:gd name="csY10" fmla="*/ 1859019 h 1859663"/>
                  <a:gd name="csX11" fmla="*/ 555880 w 1376501"/>
                  <a:gd name="csY11" fmla="*/ 1831104 h 1859663"/>
                  <a:gd name="csX12" fmla="*/ 293345 w 1376501"/>
                  <a:gd name="csY12" fmla="*/ 1495845 h 1859663"/>
                  <a:gd name="csX13" fmla="*/ 61086 w 1376501"/>
                  <a:gd name="csY13" fmla="*/ 1181119 h 1859663"/>
                  <a:gd name="csX14" fmla="*/ 54706 w 1376501"/>
                  <a:gd name="csY14" fmla="*/ 1334353 h 1859663"/>
                  <a:gd name="csX15" fmla="*/ 19441 w 1376501"/>
                  <a:gd name="csY15" fmla="*/ 1481126 h 1859663"/>
                  <a:gd name="csX16" fmla="*/ 0 w 1376501"/>
                  <a:gd name="csY16" fmla="*/ 1483505 h 1859663"/>
                  <a:gd name="csX17" fmla="*/ 0 w 1376501"/>
                  <a:gd name="csY17" fmla="*/ 462266 h 1859663"/>
                  <a:gd name="csX18" fmla="*/ 9430 w 1376501"/>
                  <a:gd name="csY18" fmla="*/ 430410 h 1859663"/>
                  <a:gd name="csX19" fmla="*/ 85627 w 1376501"/>
                  <a:gd name="csY19" fmla="*/ 472746 h 1859663"/>
                  <a:gd name="csX20" fmla="*/ 161922 w 1376501"/>
                  <a:gd name="csY20" fmla="*/ 437807 h 1859663"/>
                  <a:gd name="csX21" fmla="*/ 611043 w 1376501"/>
                  <a:gd name="csY21" fmla="*/ 58739 h 1859663"/>
                  <a:gd name="csX22" fmla="*/ 939990 w 1376501"/>
                  <a:gd name="csY22" fmla="*/ 1 h 185966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</a:cxnLst>
                <a:rect l="l" t="t" r="r" b="b"/>
                <a:pathLst>
                  <a:path w="1376501" h="1859663">
                    <a:moveTo>
                      <a:pt x="939990" y="1"/>
                    </a:moveTo>
                    <a:cubicBezTo>
                      <a:pt x="1131585" y="-44"/>
                      <a:pt x="1312480" y="51427"/>
                      <a:pt x="1355449" y="140447"/>
                    </a:cubicBezTo>
                    <a:cubicBezTo>
                      <a:pt x="1393913" y="220104"/>
                      <a:pt x="1389422" y="240545"/>
                      <a:pt x="1258368" y="575436"/>
                    </a:cubicBezTo>
                    <a:lnTo>
                      <a:pt x="1258368" y="575425"/>
                    </a:lnTo>
                    <a:cubicBezTo>
                      <a:pt x="1194338" y="739404"/>
                      <a:pt x="1124089" y="883794"/>
                      <a:pt x="1102439" y="896301"/>
                    </a:cubicBezTo>
                    <a:cubicBezTo>
                      <a:pt x="1080903" y="908796"/>
                      <a:pt x="1025050" y="917651"/>
                      <a:pt x="978524" y="915970"/>
                    </a:cubicBezTo>
                    <a:lnTo>
                      <a:pt x="893881" y="912907"/>
                    </a:lnTo>
                    <a:lnTo>
                      <a:pt x="953189" y="1000602"/>
                    </a:lnTo>
                    <a:cubicBezTo>
                      <a:pt x="985780" y="1048832"/>
                      <a:pt x="1028620" y="1151235"/>
                      <a:pt x="1048312" y="1228163"/>
                    </a:cubicBezTo>
                    <a:cubicBezTo>
                      <a:pt x="1080558" y="1353885"/>
                      <a:pt x="1077448" y="1385520"/>
                      <a:pt x="1017679" y="1540838"/>
                    </a:cubicBezTo>
                    <a:cubicBezTo>
                      <a:pt x="929235" y="1770771"/>
                      <a:pt x="828929" y="1868647"/>
                      <a:pt x="691656" y="1859019"/>
                    </a:cubicBezTo>
                    <a:cubicBezTo>
                      <a:pt x="633729" y="1854954"/>
                      <a:pt x="572579" y="1842390"/>
                      <a:pt x="555880" y="1831104"/>
                    </a:cubicBezTo>
                    <a:cubicBezTo>
                      <a:pt x="539181" y="1819818"/>
                      <a:pt x="421082" y="1668956"/>
                      <a:pt x="293345" y="1495845"/>
                    </a:cubicBezTo>
                    <a:lnTo>
                      <a:pt x="61086" y="1181119"/>
                    </a:lnTo>
                    <a:lnTo>
                      <a:pt x="54706" y="1334353"/>
                    </a:lnTo>
                    <a:cubicBezTo>
                      <a:pt x="50543" y="1434061"/>
                      <a:pt x="44489" y="1470214"/>
                      <a:pt x="19441" y="1481126"/>
                    </a:cubicBezTo>
                    <a:lnTo>
                      <a:pt x="0" y="1483505"/>
                    </a:lnTo>
                    <a:lnTo>
                      <a:pt x="0" y="462266"/>
                    </a:lnTo>
                    <a:lnTo>
                      <a:pt x="9430" y="430410"/>
                    </a:lnTo>
                    <a:cubicBezTo>
                      <a:pt x="26327" y="409121"/>
                      <a:pt x="61046" y="424188"/>
                      <a:pt x="85627" y="472746"/>
                    </a:cubicBezTo>
                    <a:cubicBezTo>
                      <a:pt x="108418" y="517775"/>
                      <a:pt x="118725" y="513053"/>
                      <a:pt x="161922" y="437807"/>
                    </a:cubicBezTo>
                    <a:cubicBezTo>
                      <a:pt x="241177" y="299704"/>
                      <a:pt x="442469" y="129829"/>
                      <a:pt x="611043" y="58739"/>
                    </a:cubicBezTo>
                    <a:cubicBezTo>
                      <a:pt x="706224" y="18603"/>
                      <a:pt x="825033" y="29"/>
                      <a:pt x="939990" y="1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115121" cap="flat">
                <a:noFill/>
                <a:prstDash val="solid"/>
                <a:miter/>
              </a:ln>
            </p:spPr>
            <p:txBody>
              <a:bodyPr wrap="square"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18" name="Free-form: Shape 17">
                <a:extLst>
                  <a:ext uri="{FF2B5EF4-FFF2-40B4-BE49-F238E27FC236}">
                    <a16:creationId xmlns:a16="http://schemas.microsoft.com/office/drawing/2014/main" id="{B0607138-DF6E-3D31-783F-5541C62E8879}"/>
                  </a:ext>
                </a:extLst>
              </p:cNvPr>
              <p:cNvSpPr/>
              <p:nvPr/>
            </p:nvSpPr>
            <p:spPr>
              <a:xfrm flipH="1">
                <a:off x="4746507" y="3547853"/>
                <a:ext cx="1376501" cy="1859663"/>
              </a:xfrm>
              <a:custGeom>
                <a:avLst/>
                <a:gdLst>
                  <a:gd name="csX0" fmla="*/ 939990 w 1376501"/>
                  <a:gd name="csY0" fmla="*/ 1 h 1859663"/>
                  <a:gd name="csX1" fmla="*/ 1355449 w 1376501"/>
                  <a:gd name="csY1" fmla="*/ 140447 h 1859663"/>
                  <a:gd name="csX2" fmla="*/ 1258368 w 1376501"/>
                  <a:gd name="csY2" fmla="*/ 575436 h 1859663"/>
                  <a:gd name="csX3" fmla="*/ 1258368 w 1376501"/>
                  <a:gd name="csY3" fmla="*/ 575425 h 1859663"/>
                  <a:gd name="csX4" fmla="*/ 1102439 w 1376501"/>
                  <a:gd name="csY4" fmla="*/ 896301 h 1859663"/>
                  <a:gd name="csX5" fmla="*/ 978524 w 1376501"/>
                  <a:gd name="csY5" fmla="*/ 915970 h 1859663"/>
                  <a:gd name="csX6" fmla="*/ 893881 w 1376501"/>
                  <a:gd name="csY6" fmla="*/ 912907 h 1859663"/>
                  <a:gd name="csX7" fmla="*/ 953189 w 1376501"/>
                  <a:gd name="csY7" fmla="*/ 1000602 h 1859663"/>
                  <a:gd name="csX8" fmla="*/ 1048312 w 1376501"/>
                  <a:gd name="csY8" fmla="*/ 1228163 h 1859663"/>
                  <a:gd name="csX9" fmla="*/ 1017679 w 1376501"/>
                  <a:gd name="csY9" fmla="*/ 1540838 h 1859663"/>
                  <a:gd name="csX10" fmla="*/ 691656 w 1376501"/>
                  <a:gd name="csY10" fmla="*/ 1859019 h 1859663"/>
                  <a:gd name="csX11" fmla="*/ 555880 w 1376501"/>
                  <a:gd name="csY11" fmla="*/ 1831104 h 1859663"/>
                  <a:gd name="csX12" fmla="*/ 293345 w 1376501"/>
                  <a:gd name="csY12" fmla="*/ 1495845 h 1859663"/>
                  <a:gd name="csX13" fmla="*/ 61086 w 1376501"/>
                  <a:gd name="csY13" fmla="*/ 1181119 h 1859663"/>
                  <a:gd name="csX14" fmla="*/ 54706 w 1376501"/>
                  <a:gd name="csY14" fmla="*/ 1334353 h 1859663"/>
                  <a:gd name="csX15" fmla="*/ 19441 w 1376501"/>
                  <a:gd name="csY15" fmla="*/ 1481126 h 1859663"/>
                  <a:gd name="csX16" fmla="*/ 0 w 1376501"/>
                  <a:gd name="csY16" fmla="*/ 1483505 h 1859663"/>
                  <a:gd name="csX17" fmla="*/ 0 w 1376501"/>
                  <a:gd name="csY17" fmla="*/ 462266 h 1859663"/>
                  <a:gd name="csX18" fmla="*/ 9430 w 1376501"/>
                  <a:gd name="csY18" fmla="*/ 430410 h 1859663"/>
                  <a:gd name="csX19" fmla="*/ 85627 w 1376501"/>
                  <a:gd name="csY19" fmla="*/ 472746 h 1859663"/>
                  <a:gd name="csX20" fmla="*/ 161922 w 1376501"/>
                  <a:gd name="csY20" fmla="*/ 437807 h 1859663"/>
                  <a:gd name="csX21" fmla="*/ 611043 w 1376501"/>
                  <a:gd name="csY21" fmla="*/ 58739 h 1859663"/>
                  <a:gd name="csX22" fmla="*/ 939990 w 1376501"/>
                  <a:gd name="csY22" fmla="*/ 1 h 185966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</a:cxnLst>
                <a:rect l="l" t="t" r="r" b="b"/>
                <a:pathLst>
                  <a:path w="1376501" h="1859663">
                    <a:moveTo>
                      <a:pt x="939990" y="1"/>
                    </a:moveTo>
                    <a:cubicBezTo>
                      <a:pt x="1131585" y="-44"/>
                      <a:pt x="1312480" y="51427"/>
                      <a:pt x="1355449" y="140447"/>
                    </a:cubicBezTo>
                    <a:cubicBezTo>
                      <a:pt x="1393913" y="220104"/>
                      <a:pt x="1389422" y="240545"/>
                      <a:pt x="1258368" y="575436"/>
                    </a:cubicBezTo>
                    <a:lnTo>
                      <a:pt x="1258368" y="575425"/>
                    </a:lnTo>
                    <a:cubicBezTo>
                      <a:pt x="1194338" y="739404"/>
                      <a:pt x="1124089" y="883794"/>
                      <a:pt x="1102439" y="896301"/>
                    </a:cubicBezTo>
                    <a:cubicBezTo>
                      <a:pt x="1080903" y="908796"/>
                      <a:pt x="1025050" y="917651"/>
                      <a:pt x="978524" y="915970"/>
                    </a:cubicBezTo>
                    <a:lnTo>
                      <a:pt x="893881" y="912907"/>
                    </a:lnTo>
                    <a:lnTo>
                      <a:pt x="953189" y="1000602"/>
                    </a:lnTo>
                    <a:cubicBezTo>
                      <a:pt x="985780" y="1048832"/>
                      <a:pt x="1028620" y="1151235"/>
                      <a:pt x="1048312" y="1228163"/>
                    </a:cubicBezTo>
                    <a:cubicBezTo>
                      <a:pt x="1080558" y="1353885"/>
                      <a:pt x="1077448" y="1385520"/>
                      <a:pt x="1017679" y="1540838"/>
                    </a:cubicBezTo>
                    <a:cubicBezTo>
                      <a:pt x="929235" y="1770771"/>
                      <a:pt x="828929" y="1868647"/>
                      <a:pt x="691656" y="1859019"/>
                    </a:cubicBezTo>
                    <a:cubicBezTo>
                      <a:pt x="633729" y="1854954"/>
                      <a:pt x="572579" y="1842390"/>
                      <a:pt x="555880" y="1831104"/>
                    </a:cubicBezTo>
                    <a:cubicBezTo>
                      <a:pt x="539181" y="1819818"/>
                      <a:pt x="421082" y="1668956"/>
                      <a:pt x="293345" y="1495845"/>
                    </a:cubicBezTo>
                    <a:lnTo>
                      <a:pt x="61086" y="1181119"/>
                    </a:lnTo>
                    <a:lnTo>
                      <a:pt x="54706" y="1334353"/>
                    </a:lnTo>
                    <a:cubicBezTo>
                      <a:pt x="50543" y="1434061"/>
                      <a:pt x="44489" y="1470214"/>
                      <a:pt x="19441" y="1481126"/>
                    </a:cubicBezTo>
                    <a:lnTo>
                      <a:pt x="0" y="1483505"/>
                    </a:lnTo>
                    <a:lnTo>
                      <a:pt x="0" y="462266"/>
                    </a:lnTo>
                    <a:lnTo>
                      <a:pt x="9430" y="430410"/>
                    </a:lnTo>
                    <a:cubicBezTo>
                      <a:pt x="26327" y="409121"/>
                      <a:pt x="61046" y="424188"/>
                      <a:pt x="85627" y="472746"/>
                    </a:cubicBezTo>
                    <a:cubicBezTo>
                      <a:pt x="108418" y="517775"/>
                      <a:pt x="118725" y="513053"/>
                      <a:pt x="161922" y="437807"/>
                    </a:cubicBezTo>
                    <a:cubicBezTo>
                      <a:pt x="241177" y="299704"/>
                      <a:pt x="442469" y="129829"/>
                      <a:pt x="611043" y="58739"/>
                    </a:cubicBezTo>
                    <a:cubicBezTo>
                      <a:pt x="706224" y="18603"/>
                      <a:pt x="825033" y="29"/>
                      <a:pt x="939990" y="1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115121" cap="flat">
                <a:noFill/>
                <a:prstDash val="solid"/>
                <a:miter/>
              </a:ln>
            </p:spPr>
            <p:txBody>
              <a:bodyPr wrap="square">
                <a:noAutofit/>
              </a:bodyPr>
              <a:lstStyle/>
              <a:p>
                <a:endParaRPr lang="en-GB"/>
              </a:p>
            </p:txBody>
          </p:sp>
        </p:grpSp>
        <p:sp>
          <p:nvSpPr>
            <p:cNvPr id="13" name="Free-form: Shape 12">
              <a:extLst>
                <a:ext uri="{FF2B5EF4-FFF2-40B4-BE49-F238E27FC236}">
                  <a16:creationId xmlns:a16="http://schemas.microsoft.com/office/drawing/2014/main" id="{C3667EFA-E11B-52DB-021C-68672CAB0554}"/>
                </a:ext>
              </a:extLst>
            </p:cNvPr>
            <p:cNvSpPr/>
            <p:nvPr/>
          </p:nvSpPr>
          <p:spPr>
            <a:xfrm>
              <a:off x="5770672" y="3525789"/>
              <a:ext cx="316494" cy="618799"/>
            </a:xfrm>
            <a:custGeom>
              <a:avLst/>
              <a:gdLst>
                <a:gd name="csX0" fmla="*/ 312099 w 314589"/>
                <a:gd name="csY0" fmla="*/ 592980 h 617011"/>
                <a:gd name="csX1" fmla="*/ 242249 w 314589"/>
                <a:gd name="csY1" fmla="*/ 180230 h 617011"/>
                <a:gd name="csX2" fmla="*/ 58099 w 314589"/>
                <a:gd name="csY2" fmla="*/ 8780 h 617011"/>
                <a:gd name="csX3" fmla="*/ 949 w 314589"/>
                <a:gd name="csY3" fmla="*/ 27830 h 617011"/>
                <a:gd name="csX4" fmla="*/ 26349 w 314589"/>
                <a:gd name="csY4" fmla="*/ 53230 h 617011"/>
                <a:gd name="csX5" fmla="*/ 77149 w 314589"/>
                <a:gd name="csY5" fmla="*/ 46880 h 617011"/>
                <a:gd name="csX6" fmla="*/ 178749 w 314589"/>
                <a:gd name="csY6" fmla="*/ 123080 h 617011"/>
                <a:gd name="csX7" fmla="*/ 254949 w 314589"/>
                <a:gd name="csY7" fmla="*/ 262780 h 617011"/>
                <a:gd name="csX8" fmla="*/ 293049 w 314589"/>
                <a:gd name="csY8" fmla="*/ 535830 h 617011"/>
                <a:gd name="csX9" fmla="*/ 312099 w 314589"/>
                <a:gd name="csY9" fmla="*/ 592980 h 617011"/>
                <a:gd name="csX0" fmla="*/ 312099 w 314801"/>
                <a:gd name="csY0" fmla="*/ 592980 h 619150"/>
                <a:gd name="csX1" fmla="*/ 242249 w 314801"/>
                <a:gd name="csY1" fmla="*/ 180230 h 619150"/>
                <a:gd name="csX2" fmla="*/ 58099 w 314801"/>
                <a:gd name="csY2" fmla="*/ 8780 h 619150"/>
                <a:gd name="csX3" fmla="*/ 949 w 314801"/>
                <a:gd name="csY3" fmla="*/ 27830 h 619150"/>
                <a:gd name="csX4" fmla="*/ 26349 w 314801"/>
                <a:gd name="csY4" fmla="*/ 53230 h 619150"/>
                <a:gd name="csX5" fmla="*/ 77149 w 314801"/>
                <a:gd name="csY5" fmla="*/ 46880 h 619150"/>
                <a:gd name="csX6" fmla="*/ 178749 w 314801"/>
                <a:gd name="csY6" fmla="*/ 123080 h 619150"/>
                <a:gd name="csX7" fmla="*/ 223992 w 314801"/>
                <a:gd name="csY7" fmla="*/ 200868 h 619150"/>
                <a:gd name="csX8" fmla="*/ 293049 w 314801"/>
                <a:gd name="csY8" fmla="*/ 535830 h 619150"/>
                <a:gd name="csX9" fmla="*/ 312099 w 314801"/>
                <a:gd name="csY9" fmla="*/ 592980 h 619150"/>
                <a:gd name="csX0" fmla="*/ 312099 w 314589"/>
                <a:gd name="csY0" fmla="*/ 592980 h 619150"/>
                <a:gd name="csX1" fmla="*/ 242249 w 314589"/>
                <a:gd name="csY1" fmla="*/ 180230 h 619150"/>
                <a:gd name="csX2" fmla="*/ 58099 w 314589"/>
                <a:gd name="csY2" fmla="*/ 8780 h 619150"/>
                <a:gd name="csX3" fmla="*/ 949 w 314589"/>
                <a:gd name="csY3" fmla="*/ 27830 h 619150"/>
                <a:gd name="csX4" fmla="*/ 26349 w 314589"/>
                <a:gd name="csY4" fmla="*/ 53230 h 619150"/>
                <a:gd name="csX5" fmla="*/ 77149 w 314589"/>
                <a:gd name="csY5" fmla="*/ 46880 h 619150"/>
                <a:gd name="csX6" fmla="*/ 178749 w 314589"/>
                <a:gd name="csY6" fmla="*/ 123080 h 619150"/>
                <a:gd name="csX7" fmla="*/ 235898 w 314589"/>
                <a:gd name="csY7" fmla="*/ 200868 h 619150"/>
                <a:gd name="csX8" fmla="*/ 293049 w 314589"/>
                <a:gd name="csY8" fmla="*/ 535830 h 619150"/>
                <a:gd name="csX9" fmla="*/ 312099 w 314589"/>
                <a:gd name="csY9" fmla="*/ 592980 h 619150"/>
                <a:gd name="csX0" fmla="*/ 312099 w 315918"/>
                <a:gd name="csY0" fmla="*/ 592980 h 621912"/>
                <a:gd name="csX1" fmla="*/ 242249 w 315918"/>
                <a:gd name="csY1" fmla="*/ 180230 h 621912"/>
                <a:gd name="csX2" fmla="*/ 58099 w 315918"/>
                <a:gd name="csY2" fmla="*/ 8780 h 621912"/>
                <a:gd name="csX3" fmla="*/ 949 w 315918"/>
                <a:gd name="csY3" fmla="*/ 27830 h 621912"/>
                <a:gd name="csX4" fmla="*/ 26349 w 315918"/>
                <a:gd name="csY4" fmla="*/ 53230 h 621912"/>
                <a:gd name="csX5" fmla="*/ 77149 w 315918"/>
                <a:gd name="csY5" fmla="*/ 46880 h 621912"/>
                <a:gd name="csX6" fmla="*/ 178749 w 315918"/>
                <a:gd name="csY6" fmla="*/ 123080 h 621912"/>
                <a:gd name="csX7" fmla="*/ 293049 w 315918"/>
                <a:gd name="csY7" fmla="*/ 535830 h 621912"/>
                <a:gd name="csX8" fmla="*/ 312099 w 315918"/>
                <a:gd name="csY8" fmla="*/ 592980 h 621912"/>
                <a:gd name="csX0" fmla="*/ 312099 w 314756"/>
                <a:gd name="csY0" fmla="*/ 592980 h 619523"/>
                <a:gd name="csX1" fmla="*/ 242249 w 314756"/>
                <a:gd name="csY1" fmla="*/ 180230 h 619523"/>
                <a:gd name="csX2" fmla="*/ 58099 w 314756"/>
                <a:gd name="csY2" fmla="*/ 8780 h 619523"/>
                <a:gd name="csX3" fmla="*/ 949 w 314756"/>
                <a:gd name="csY3" fmla="*/ 27830 h 619523"/>
                <a:gd name="csX4" fmla="*/ 26349 w 314756"/>
                <a:gd name="csY4" fmla="*/ 53230 h 619523"/>
                <a:gd name="csX5" fmla="*/ 77149 w 314756"/>
                <a:gd name="csY5" fmla="*/ 46880 h 619523"/>
                <a:gd name="csX6" fmla="*/ 226374 w 314756"/>
                <a:gd name="csY6" fmla="*/ 189755 h 619523"/>
                <a:gd name="csX7" fmla="*/ 293049 w 314756"/>
                <a:gd name="csY7" fmla="*/ 535830 h 619523"/>
                <a:gd name="csX8" fmla="*/ 312099 w 314756"/>
                <a:gd name="csY8" fmla="*/ 592980 h 619523"/>
                <a:gd name="csX0" fmla="*/ 312099 w 316494"/>
                <a:gd name="csY0" fmla="*/ 592980 h 618799"/>
                <a:gd name="csX1" fmla="*/ 242249 w 316494"/>
                <a:gd name="csY1" fmla="*/ 180230 h 618799"/>
                <a:gd name="csX2" fmla="*/ 58099 w 316494"/>
                <a:gd name="csY2" fmla="*/ 8780 h 618799"/>
                <a:gd name="csX3" fmla="*/ 949 w 316494"/>
                <a:gd name="csY3" fmla="*/ 27830 h 618799"/>
                <a:gd name="csX4" fmla="*/ 26349 w 316494"/>
                <a:gd name="csY4" fmla="*/ 53230 h 618799"/>
                <a:gd name="csX5" fmla="*/ 77149 w 316494"/>
                <a:gd name="csY5" fmla="*/ 46880 h 618799"/>
                <a:gd name="csX6" fmla="*/ 226374 w 316494"/>
                <a:gd name="csY6" fmla="*/ 189755 h 618799"/>
                <a:gd name="csX7" fmla="*/ 300193 w 316494"/>
                <a:gd name="csY7" fmla="*/ 533449 h 618799"/>
                <a:gd name="csX8" fmla="*/ 312099 w 316494"/>
                <a:gd name="csY8" fmla="*/ 592980 h 6187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16494" h="618799">
                  <a:moveTo>
                    <a:pt x="312099" y="592980"/>
                  </a:moveTo>
                  <a:cubicBezTo>
                    <a:pt x="302442" y="534110"/>
                    <a:pt x="284582" y="277597"/>
                    <a:pt x="242249" y="180230"/>
                  </a:cubicBezTo>
                  <a:cubicBezTo>
                    <a:pt x="199916" y="82863"/>
                    <a:pt x="98316" y="34180"/>
                    <a:pt x="58099" y="8780"/>
                  </a:cubicBezTo>
                  <a:cubicBezTo>
                    <a:pt x="17882" y="-16620"/>
                    <a:pt x="6241" y="20422"/>
                    <a:pt x="949" y="27830"/>
                  </a:cubicBezTo>
                  <a:cubicBezTo>
                    <a:pt x="-4343" y="35238"/>
                    <a:pt x="13649" y="50055"/>
                    <a:pt x="26349" y="53230"/>
                  </a:cubicBezTo>
                  <a:cubicBezTo>
                    <a:pt x="39049" y="56405"/>
                    <a:pt x="43812" y="24126"/>
                    <a:pt x="77149" y="46880"/>
                  </a:cubicBezTo>
                  <a:cubicBezTo>
                    <a:pt x="110487" y="69634"/>
                    <a:pt x="189200" y="108660"/>
                    <a:pt x="226374" y="189755"/>
                  </a:cubicBezTo>
                  <a:cubicBezTo>
                    <a:pt x="263548" y="270850"/>
                    <a:pt x="285906" y="466245"/>
                    <a:pt x="300193" y="533449"/>
                  </a:cubicBezTo>
                  <a:cubicBezTo>
                    <a:pt x="314480" y="600653"/>
                    <a:pt x="321756" y="651850"/>
                    <a:pt x="312099" y="59298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Free-form: Shape 15">
              <a:extLst>
                <a:ext uri="{FF2B5EF4-FFF2-40B4-BE49-F238E27FC236}">
                  <a16:creationId xmlns:a16="http://schemas.microsoft.com/office/drawing/2014/main" id="{E9F736AD-29A6-254C-9DE5-4AE2D86E31D1}"/>
                </a:ext>
              </a:extLst>
            </p:cNvPr>
            <p:cNvSpPr/>
            <p:nvPr/>
          </p:nvSpPr>
          <p:spPr>
            <a:xfrm flipH="1">
              <a:off x="6096997" y="3525789"/>
              <a:ext cx="316494" cy="618799"/>
            </a:xfrm>
            <a:custGeom>
              <a:avLst/>
              <a:gdLst>
                <a:gd name="csX0" fmla="*/ 312099 w 314589"/>
                <a:gd name="csY0" fmla="*/ 592980 h 617011"/>
                <a:gd name="csX1" fmla="*/ 242249 w 314589"/>
                <a:gd name="csY1" fmla="*/ 180230 h 617011"/>
                <a:gd name="csX2" fmla="*/ 58099 w 314589"/>
                <a:gd name="csY2" fmla="*/ 8780 h 617011"/>
                <a:gd name="csX3" fmla="*/ 949 w 314589"/>
                <a:gd name="csY3" fmla="*/ 27830 h 617011"/>
                <a:gd name="csX4" fmla="*/ 26349 w 314589"/>
                <a:gd name="csY4" fmla="*/ 53230 h 617011"/>
                <a:gd name="csX5" fmla="*/ 77149 w 314589"/>
                <a:gd name="csY5" fmla="*/ 46880 h 617011"/>
                <a:gd name="csX6" fmla="*/ 178749 w 314589"/>
                <a:gd name="csY6" fmla="*/ 123080 h 617011"/>
                <a:gd name="csX7" fmla="*/ 254949 w 314589"/>
                <a:gd name="csY7" fmla="*/ 262780 h 617011"/>
                <a:gd name="csX8" fmla="*/ 293049 w 314589"/>
                <a:gd name="csY8" fmla="*/ 535830 h 617011"/>
                <a:gd name="csX9" fmla="*/ 312099 w 314589"/>
                <a:gd name="csY9" fmla="*/ 592980 h 617011"/>
                <a:gd name="csX0" fmla="*/ 312099 w 314801"/>
                <a:gd name="csY0" fmla="*/ 592980 h 619150"/>
                <a:gd name="csX1" fmla="*/ 242249 w 314801"/>
                <a:gd name="csY1" fmla="*/ 180230 h 619150"/>
                <a:gd name="csX2" fmla="*/ 58099 w 314801"/>
                <a:gd name="csY2" fmla="*/ 8780 h 619150"/>
                <a:gd name="csX3" fmla="*/ 949 w 314801"/>
                <a:gd name="csY3" fmla="*/ 27830 h 619150"/>
                <a:gd name="csX4" fmla="*/ 26349 w 314801"/>
                <a:gd name="csY4" fmla="*/ 53230 h 619150"/>
                <a:gd name="csX5" fmla="*/ 77149 w 314801"/>
                <a:gd name="csY5" fmla="*/ 46880 h 619150"/>
                <a:gd name="csX6" fmla="*/ 178749 w 314801"/>
                <a:gd name="csY6" fmla="*/ 123080 h 619150"/>
                <a:gd name="csX7" fmla="*/ 223992 w 314801"/>
                <a:gd name="csY7" fmla="*/ 200868 h 619150"/>
                <a:gd name="csX8" fmla="*/ 293049 w 314801"/>
                <a:gd name="csY8" fmla="*/ 535830 h 619150"/>
                <a:gd name="csX9" fmla="*/ 312099 w 314801"/>
                <a:gd name="csY9" fmla="*/ 592980 h 619150"/>
                <a:gd name="csX0" fmla="*/ 312099 w 314589"/>
                <a:gd name="csY0" fmla="*/ 592980 h 619150"/>
                <a:gd name="csX1" fmla="*/ 242249 w 314589"/>
                <a:gd name="csY1" fmla="*/ 180230 h 619150"/>
                <a:gd name="csX2" fmla="*/ 58099 w 314589"/>
                <a:gd name="csY2" fmla="*/ 8780 h 619150"/>
                <a:gd name="csX3" fmla="*/ 949 w 314589"/>
                <a:gd name="csY3" fmla="*/ 27830 h 619150"/>
                <a:gd name="csX4" fmla="*/ 26349 w 314589"/>
                <a:gd name="csY4" fmla="*/ 53230 h 619150"/>
                <a:gd name="csX5" fmla="*/ 77149 w 314589"/>
                <a:gd name="csY5" fmla="*/ 46880 h 619150"/>
                <a:gd name="csX6" fmla="*/ 178749 w 314589"/>
                <a:gd name="csY6" fmla="*/ 123080 h 619150"/>
                <a:gd name="csX7" fmla="*/ 235898 w 314589"/>
                <a:gd name="csY7" fmla="*/ 200868 h 619150"/>
                <a:gd name="csX8" fmla="*/ 293049 w 314589"/>
                <a:gd name="csY8" fmla="*/ 535830 h 619150"/>
                <a:gd name="csX9" fmla="*/ 312099 w 314589"/>
                <a:gd name="csY9" fmla="*/ 592980 h 619150"/>
                <a:gd name="csX0" fmla="*/ 312099 w 315918"/>
                <a:gd name="csY0" fmla="*/ 592980 h 621912"/>
                <a:gd name="csX1" fmla="*/ 242249 w 315918"/>
                <a:gd name="csY1" fmla="*/ 180230 h 621912"/>
                <a:gd name="csX2" fmla="*/ 58099 w 315918"/>
                <a:gd name="csY2" fmla="*/ 8780 h 621912"/>
                <a:gd name="csX3" fmla="*/ 949 w 315918"/>
                <a:gd name="csY3" fmla="*/ 27830 h 621912"/>
                <a:gd name="csX4" fmla="*/ 26349 w 315918"/>
                <a:gd name="csY4" fmla="*/ 53230 h 621912"/>
                <a:gd name="csX5" fmla="*/ 77149 w 315918"/>
                <a:gd name="csY5" fmla="*/ 46880 h 621912"/>
                <a:gd name="csX6" fmla="*/ 178749 w 315918"/>
                <a:gd name="csY6" fmla="*/ 123080 h 621912"/>
                <a:gd name="csX7" fmla="*/ 293049 w 315918"/>
                <a:gd name="csY7" fmla="*/ 535830 h 621912"/>
                <a:gd name="csX8" fmla="*/ 312099 w 315918"/>
                <a:gd name="csY8" fmla="*/ 592980 h 621912"/>
                <a:gd name="csX0" fmla="*/ 312099 w 314756"/>
                <a:gd name="csY0" fmla="*/ 592980 h 619523"/>
                <a:gd name="csX1" fmla="*/ 242249 w 314756"/>
                <a:gd name="csY1" fmla="*/ 180230 h 619523"/>
                <a:gd name="csX2" fmla="*/ 58099 w 314756"/>
                <a:gd name="csY2" fmla="*/ 8780 h 619523"/>
                <a:gd name="csX3" fmla="*/ 949 w 314756"/>
                <a:gd name="csY3" fmla="*/ 27830 h 619523"/>
                <a:gd name="csX4" fmla="*/ 26349 w 314756"/>
                <a:gd name="csY4" fmla="*/ 53230 h 619523"/>
                <a:gd name="csX5" fmla="*/ 77149 w 314756"/>
                <a:gd name="csY5" fmla="*/ 46880 h 619523"/>
                <a:gd name="csX6" fmla="*/ 226374 w 314756"/>
                <a:gd name="csY6" fmla="*/ 189755 h 619523"/>
                <a:gd name="csX7" fmla="*/ 293049 w 314756"/>
                <a:gd name="csY7" fmla="*/ 535830 h 619523"/>
                <a:gd name="csX8" fmla="*/ 312099 w 314756"/>
                <a:gd name="csY8" fmla="*/ 592980 h 619523"/>
                <a:gd name="csX0" fmla="*/ 312099 w 316494"/>
                <a:gd name="csY0" fmla="*/ 592980 h 618799"/>
                <a:gd name="csX1" fmla="*/ 242249 w 316494"/>
                <a:gd name="csY1" fmla="*/ 180230 h 618799"/>
                <a:gd name="csX2" fmla="*/ 58099 w 316494"/>
                <a:gd name="csY2" fmla="*/ 8780 h 618799"/>
                <a:gd name="csX3" fmla="*/ 949 w 316494"/>
                <a:gd name="csY3" fmla="*/ 27830 h 618799"/>
                <a:gd name="csX4" fmla="*/ 26349 w 316494"/>
                <a:gd name="csY4" fmla="*/ 53230 h 618799"/>
                <a:gd name="csX5" fmla="*/ 77149 w 316494"/>
                <a:gd name="csY5" fmla="*/ 46880 h 618799"/>
                <a:gd name="csX6" fmla="*/ 226374 w 316494"/>
                <a:gd name="csY6" fmla="*/ 189755 h 618799"/>
                <a:gd name="csX7" fmla="*/ 300193 w 316494"/>
                <a:gd name="csY7" fmla="*/ 533449 h 618799"/>
                <a:gd name="csX8" fmla="*/ 312099 w 316494"/>
                <a:gd name="csY8" fmla="*/ 592980 h 6187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16494" h="618799">
                  <a:moveTo>
                    <a:pt x="312099" y="592980"/>
                  </a:moveTo>
                  <a:cubicBezTo>
                    <a:pt x="302442" y="534110"/>
                    <a:pt x="284582" y="277597"/>
                    <a:pt x="242249" y="180230"/>
                  </a:cubicBezTo>
                  <a:cubicBezTo>
                    <a:pt x="199916" y="82863"/>
                    <a:pt x="98316" y="34180"/>
                    <a:pt x="58099" y="8780"/>
                  </a:cubicBezTo>
                  <a:cubicBezTo>
                    <a:pt x="17882" y="-16620"/>
                    <a:pt x="6241" y="20422"/>
                    <a:pt x="949" y="27830"/>
                  </a:cubicBezTo>
                  <a:cubicBezTo>
                    <a:pt x="-4343" y="35238"/>
                    <a:pt x="13649" y="50055"/>
                    <a:pt x="26349" y="53230"/>
                  </a:cubicBezTo>
                  <a:cubicBezTo>
                    <a:pt x="39049" y="56405"/>
                    <a:pt x="43812" y="24126"/>
                    <a:pt x="77149" y="46880"/>
                  </a:cubicBezTo>
                  <a:cubicBezTo>
                    <a:pt x="110487" y="69634"/>
                    <a:pt x="189200" y="108660"/>
                    <a:pt x="226374" y="189755"/>
                  </a:cubicBezTo>
                  <a:cubicBezTo>
                    <a:pt x="263548" y="270850"/>
                    <a:pt x="285906" y="466245"/>
                    <a:pt x="300193" y="533449"/>
                  </a:cubicBezTo>
                  <a:cubicBezTo>
                    <a:pt x="314480" y="600653"/>
                    <a:pt x="321756" y="651850"/>
                    <a:pt x="312099" y="59298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9C51C1D-D17B-7A24-04B8-D3CEC6A49BE9}"/>
              </a:ext>
            </a:extLst>
          </p:cNvPr>
          <p:cNvGrpSpPr/>
          <p:nvPr/>
        </p:nvGrpSpPr>
        <p:grpSpPr>
          <a:xfrm rot="153983" flipH="1">
            <a:off x="7719710" y="2078565"/>
            <a:ext cx="972949" cy="782759"/>
            <a:chOff x="5204382" y="3525789"/>
            <a:chExt cx="1783235" cy="1434652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9F90E199-46D2-812E-1B03-02758405D757}"/>
                </a:ext>
              </a:extLst>
            </p:cNvPr>
            <p:cNvGrpSpPr/>
            <p:nvPr/>
          </p:nvGrpSpPr>
          <p:grpSpPr>
            <a:xfrm>
              <a:off x="5204382" y="3743925"/>
              <a:ext cx="1783235" cy="1216516"/>
              <a:chOff x="4746507" y="3547853"/>
              <a:chExt cx="2725995" cy="1859663"/>
            </a:xfrm>
          </p:grpSpPr>
          <p:sp>
            <p:nvSpPr>
              <p:cNvPr id="23" name="Free-form: Shape 22">
                <a:extLst>
                  <a:ext uri="{FF2B5EF4-FFF2-40B4-BE49-F238E27FC236}">
                    <a16:creationId xmlns:a16="http://schemas.microsoft.com/office/drawing/2014/main" id="{C4A0C3FC-0BA8-95A0-4610-9F4F5DC3D5B9}"/>
                  </a:ext>
                </a:extLst>
              </p:cNvPr>
              <p:cNvSpPr/>
              <p:nvPr/>
            </p:nvSpPr>
            <p:spPr>
              <a:xfrm>
                <a:off x="6096001" y="3547853"/>
                <a:ext cx="1376501" cy="1859663"/>
              </a:xfrm>
              <a:custGeom>
                <a:avLst/>
                <a:gdLst>
                  <a:gd name="csX0" fmla="*/ 939990 w 1376501"/>
                  <a:gd name="csY0" fmla="*/ 1 h 1859663"/>
                  <a:gd name="csX1" fmla="*/ 1355449 w 1376501"/>
                  <a:gd name="csY1" fmla="*/ 140447 h 1859663"/>
                  <a:gd name="csX2" fmla="*/ 1258368 w 1376501"/>
                  <a:gd name="csY2" fmla="*/ 575436 h 1859663"/>
                  <a:gd name="csX3" fmla="*/ 1258368 w 1376501"/>
                  <a:gd name="csY3" fmla="*/ 575425 h 1859663"/>
                  <a:gd name="csX4" fmla="*/ 1102439 w 1376501"/>
                  <a:gd name="csY4" fmla="*/ 896301 h 1859663"/>
                  <a:gd name="csX5" fmla="*/ 978524 w 1376501"/>
                  <a:gd name="csY5" fmla="*/ 915970 h 1859663"/>
                  <a:gd name="csX6" fmla="*/ 893881 w 1376501"/>
                  <a:gd name="csY6" fmla="*/ 912907 h 1859663"/>
                  <a:gd name="csX7" fmla="*/ 953189 w 1376501"/>
                  <a:gd name="csY7" fmla="*/ 1000602 h 1859663"/>
                  <a:gd name="csX8" fmla="*/ 1048312 w 1376501"/>
                  <a:gd name="csY8" fmla="*/ 1228163 h 1859663"/>
                  <a:gd name="csX9" fmla="*/ 1017679 w 1376501"/>
                  <a:gd name="csY9" fmla="*/ 1540838 h 1859663"/>
                  <a:gd name="csX10" fmla="*/ 691656 w 1376501"/>
                  <a:gd name="csY10" fmla="*/ 1859019 h 1859663"/>
                  <a:gd name="csX11" fmla="*/ 555880 w 1376501"/>
                  <a:gd name="csY11" fmla="*/ 1831104 h 1859663"/>
                  <a:gd name="csX12" fmla="*/ 293345 w 1376501"/>
                  <a:gd name="csY12" fmla="*/ 1495845 h 1859663"/>
                  <a:gd name="csX13" fmla="*/ 61086 w 1376501"/>
                  <a:gd name="csY13" fmla="*/ 1181119 h 1859663"/>
                  <a:gd name="csX14" fmla="*/ 54706 w 1376501"/>
                  <a:gd name="csY14" fmla="*/ 1334353 h 1859663"/>
                  <a:gd name="csX15" fmla="*/ 19441 w 1376501"/>
                  <a:gd name="csY15" fmla="*/ 1481126 h 1859663"/>
                  <a:gd name="csX16" fmla="*/ 0 w 1376501"/>
                  <a:gd name="csY16" fmla="*/ 1483505 h 1859663"/>
                  <a:gd name="csX17" fmla="*/ 0 w 1376501"/>
                  <a:gd name="csY17" fmla="*/ 462266 h 1859663"/>
                  <a:gd name="csX18" fmla="*/ 9430 w 1376501"/>
                  <a:gd name="csY18" fmla="*/ 430410 h 1859663"/>
                  <a:gd name="csX19" fmla="*/ 85627 w 1376501"/>
                  <a:gd name="csY19" fmla="*/ 472746 h 1859663"/>
                  <a:gd name="csX20" fmla="*/ 161922 w 1376501"/>
                  <a:gd name="csY20" fmla="*/ 437807 h 1859663"/>
                  <a:gd name="csX21" fmla="*/ 611043 w 1376501"/>
                  <a:gd name="csY21" fmla="*/ 58739 h 1859663"/>
                  <a:gd name="csX22" fmla="*/ 939990 w 1376501"/>
                  <a:gd name="csY22" fmla="*/ 1 h 185966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</a:cxnLst>
                <a:rect l="l" t="t" r="r" b="b"/>
                <a:pathLst>
                  <a:path w="1376501" h="1859663">
                    <a:moveTo>
                      <a:pt x="939990" y="1"/>
                    </a:moveTo>
                    <a:cubicBezTo>
                      <a:pt x="1131585" y="-44"/>
                      <a:pt x="1312480" y="51427"/>
                      <a:pt x="1355449" y="140447"/>
                    </a:cubicBezTo>
                    <a:cubicBezTo>
                      <a:pt x="1393913" y="220104"/>
                      <a:pt x="1389422" y="240545"/>
                      <a:pt x="1258368" y="575436"/>
                    </a:cubicBezTo>
                    <a:lnTo>
                      <a:pt x="1258368" y="575425"/>
                    </a:lnTo>
                    <a:cubicBezTo>
                      <a:pt x="1194338" y="739404"/>
                      <a:pt x="1124089" y="883794"/>
                      <a:pt x="1102439" y="896301"/>
                    </a:cubicBezTo>
                    <a:cubicBezTo>
                      <a:pt x="1080903" y="908796"/>
                      <a:pt x="1025050" y="917651"/>
                      <a:pt x="978524" y="915970"/>
                    </a:cubicBezTo>
                    <a:lnTo>
                      <a:pt x="893881" y="912907"/>
                    </a:lnTo>
                    <a:lnTo>
                      <a:pt x="953189" y="1000602"/>
                    </a:lnTo>
                    <a:cubicBezTo>
                      <a:pt x="985780" y="1048832"/>
                      <a:pt x="1028620" y="1151235"/>
                      <a:pt x="1048312" y="1228163"/>
                    </a:cubicBezTo>
                    <a:cubicBezTo>
                      <a:pt x="1080558" y="1353885"/>
                      <a:pt x="1077448" y="1385520"/>
                      <a:pt x="1017679" y="1540838"/>
                    </a:cubicBezTo>
                    <a:cubicBezTo>
                      <a:pt x="929235" y="1770771"/>
                      <a:pt x="828929" y="1868647"/>
                      <a:pt x="691656" y="1859019"/>
                    </a:cubicBezTo>
                    <a:cubicBezTo>
                      <a:pt x="633729" y="1854954"/>
                      <a:pt x="572579" y="1842390"/>
                      <a:pt x="555880" y="1831104"/>
                    </a:cubicBezTo>
                    <a:cubicBezTo>
                      <a:pt x="539181" y="1819818"/>
                      <a:pt x="421082" y="1668956"/>
                      <a:pt x="293345" y="1495845"/>
                    </a:cubicBezTo>
                    <a:lnTo>
                      <a:pt x="61086" y="1181119"/>
                    </a:lnTo>
                    <a:lnTo>
                      <a:pt x="54706" y="1334353"/>
                    </a:lnTo>
                    <a:cubicBezTo>
                      <a:pt x="50543" y="1434061"/>
                      <a:pt x="44489" y="1470214"/>
                      <a:pt x="19441" y="1481126"/>
                    </a:cubicBezTo>
                    <a:lnTo>
                      <a:pt x="0" y="1483505"/>
                    </a:lnTo>
                    <a:lnTo>
                      <a:pt x="0" y="462266"/>
                    </a:lnTo>
                    <a:lnTo>
                      <a:pt x="9430" y="430410"/>
                    </a:lnTo>
                    <a:cubicBezTo>
                      <a:pt x="26327" y="409121"/>
                      <a:pt x="61046" y="424188"/>
                      <a:pt x="85627" y="472746"/>
                    </a:cubicBezTo>
                    <a:cubicBezTo>
                      <a:pt x="108418" y="517775"/>
                      <a:pt x="118725" y="513053"/>
                      <a:pt x="161922" y="437807"/>
                    </a:cubicBezTo>
                    <a:cubicBezTo>
                      <a:pt x="241177" y="299704"/>
                      <a:pt x="442469" y="129829"/>
                      <a:pt x="611043" y="58739"/>
                    </a:cubicBezTo>
                    <a:cubicBezTo>
                      <a:pt x="706224" y="18603"/>
                      <a:pt x="825033" y="29"/>
                      <a:pt x="939990" y="1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115121" cap="flat">
                <a:noFill/>
                <a:prstDash val="solid"/>
                <a:miter/>
              </a:ln>
            </p:spPr>
            <p:txBody>
              <a:bodyPr wrap="square"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24" name="Free-form: Shape 23">
                <a:extLst>
                  <a:ext uri="{FF2B5EF4-FFF2-40B4-BE49-F238E27FC236}">
                    <a16:creationId xmlns:a16="http://schemas.microsoft.com/office/drawing/2014/main" id="{D8D2FF0A-C2D6-588B-7D41-BD90DEA87DB4}"/>
                  </a:ext>
                </a:extLst>
              </p:cNvPr>
              <p:cNvSpPr/>
              <p:nvPr/>
            </p:nvSpPr>
            <p:spPr>
              <a:xfrm flipH="1">
                <a:off x="4746507" y="3547853"/>
                <a:ext cx="1376501" cy="1859663"/>
              </a:xfrm>
              <a:custGeom>
                <a:avLst/>
                <a:gdLst>
                  <a:gd name="csX0" fmla="*/ 939990 w 1376501"/>
                  <a:gd name="csY0" fmla="*/ 1 h 1859663"/>
                  <a:gd name="csX1" fmla="*/ 1355449 w 1376501"/>
                  <a:gd name="csY1" fmla="*/ 140447 h 1859663"/>
                  <a:gd name="csX2" fmla="*/ 1258368 w 1376501"/>
                  <a:gd name="csY2" fmla="*/ 575436 h 1859663"/>
                  <a:gd name="csX3" fmla="*/ 1258368 w 1376501"/>
                  <a:gd name="csY3" fmla="*/ 575425 h 1859663"/>
                  <a:gd name="csX4" fmla="*/ 1102439 w 1376501"/>
                  <a:gd name="csY4" fmla="*/ 896301 h 1859663"/>
                  <a:gd name="csX5" fmla="*/ 978524 w 1376501"/>
                  <a:gd name="csY5" fmla="*/ 915970 h 1859663"/>
                  <a:gd name="csX6" fmla="*/ 893881 w 1376501"/>
                  <a:gd name="csY6" fmla="*/ 912907 h 1859663"/>
                  <a:gd name="csX7" fmla="*/ 953189 w 1376501"/>
                  <a:gd name="csY7" fmla="*/ 1000602 h 1859663"/>
                  <a:gd name="csX8" fmla="*/ 1048312 w 1376501"/>
                  <a:gd name="csY8" fmla="*/ 1228163 h 1859663"/>
                  <a:gd name="csX9" fmla="*/ 1017679 w 1376501"/>
                  <a:gd name="csY9" fmla="*/ 1540838 h 1859663"/>
                  <a:gd name="csX10" fmla="*/ 691656 w 1376501"/>
                  <a:gd name="csY10" fmla="*/ 1859019 h 1859663"/>
                  <a:gd name="csX11" fmla="*/ 555880 w 1376501"/>
                  <a:gd name="csY11" fmla="*/ 1831104 h 1859663"/>
                  <a:gd name="csX12" fmla="*/ 293345 w 1376501"/>
                  <a:gd name="csY12" fmla="*/ 1495845 h 1859663"/>
                  <a:gd name="csX13" fmla="*/ 61086 w 1376501"/>
                  <a:gd name="csY13" fmla="*/ 1181119 h 1859663"/>
                  <a:gd name="csX14" fmla="*/ 54706 w 1376501"/>
                  <a:gd name="csY14" fmla="*/ 1334353 h 1859663"/>
                  <a:gd name="csX15" fmla="*/ 19441 w 1376501"/>
                  <a:gd name="csY15" fmla="*/ 1481126 h 1859663"/>
                  <a:gd name="csX16" fmla="*/ 0 w 1376501"/>
                  <a:gd name="csY16" fmla="*/ 1483505 h 1859663"/>
                  <a:gd name="csX17" fmla="*/ 0 w 1376501"/>
                  <a:gd name="csY17" fmla="*/ 462266 h 1859663"/>
                  <a:gd name="csX18" fmla="*/ 9430 w 1376501"/>
                  <a:gd name="csY18" fmla="*/ 430410 h 1859663"/>
                  <a:gd name="csX19" fmla="*/ 85627 w 1376501"/>
                  <a:gd name="csY19" fmla="*/ 472746 h 1859663"/>
                  <a:gd name="csX20" fmla="*/ 161922 w 1376501"/>
                  <a:gd name="csY20" fmla="*/ 437807 h 1859663"/>
                  <a:gd name="csX21" fmla="*/ 611043 w 1376501"/>
                  <a:gd name="csY21" fmla="*/ 58739 h 1859663"/>
                  <a:gd name="csX22" fmla="*/ 939990 w 1376501"/>
                  <a:gd name="csY22" fmla="*/ 1 h 185966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</a:cxnLst>
                <a:rect l="l" t="t" r="r" b="b"/>
                <a:pathLst>
                  <a:path w="1376501" h="1859663">
                    <a:moveTo>
                      <a:pt x="939990" y="1"/>
                    </a:moveTo>
                    <a:cubicBezTo>
                      <a:pt x="1131585" y="-44"/>
                      <a:pt x="1312480" y="51427"/>
                      <a:pt x="1355449" y="140447"/>
                    </a:cubicBezTo>
                    <a:cubicBezTo>
                      <a:pt x="1393913" y="220104"/>
                      <a:pt x="1389422" y="240545"/>
                      <a:pt x="1258368" y="575436"/>
                    </a:cubicBezTo>
                    <a:lnTo>
                      <a:pt x="1258368" y="575425"/>
                    </a:lnTo>
                    <a:cubicBezTo>
                      <a:pt x="1194338" y="739404"/>
                      <a:pt x="1124089" y="883794"/>
                      <a:pt x="1102439" y="896301"/>
                    </a:cubicBezTo>
                    <a:cubicBezTo>
                      <a:pt x="1080903" y="908796"/>
                      <a:pt x="1025050" y="917651"/>
                      <a:pt x="978524" y="915970"/>
                    </a:cubicBezTo>
                    <a:lnTo>
                      <a:pt x="893881" y="912907"/>
                    </a:lnTo>
                    <a:lnTo>
                      <a:pt x="953189" y="1000602"/>
                    </a:lnTo>
                    <a:cubicBezTo>
                      <a:pt x="985780" y="1048832"/>
                      <a:pt x="1028620" y="1151235"/>
                      <a:pt x="1048312" y="1228163"/>
                    </a:cubicBezTo>
                    <a:cubicBezTo>
                      <a:pt x="1080558" y="1353885"/>
                      <a:pt x="1077448" y="1385520"/>
                      <a:pt x="1017679" y="1540838"/>
                    </a:cubicBezTo>
                    <a:cubicBezTo>
                      <a:pt x="929235" y="1770771"/>
                      <a:pt x="828929" y="1868647"/>
                      <a:pt x="691656" y="1859019"/>
                    </a:cubicBezTo>
                    <a:cubicBezTo>
                      <a:pt x="633729" y="1854954"/>
                      <a:pt x="572579" y="1842390"/>
                      <a:pt x="555880" y="1831104"/>
                    </a:cubicBezTo>
                    <a:cubicBezTo>
                      <a:pt x="539181" y="1819818"/>
                      <a:pt x="421082" y="1668956"/>
                      <a:pt x="293345" y="1495845"/>
                    </a:cubicBezTo>
                    <a:lnTo>
                      <a:pt x="61086" y="1181119"/>
                    </a:lnTo>
                    <a:lnTo>
                      <a:pt x="54706" y="1334353"/>
                    </a:lnTo>
                    <a:cubicBezTo>
                      <a:pt x="50543" y="1434061"/>
                      <a:pt x="44489" y="1470214"/>
                      <a:pt x="19441" y="1481126"/>
                    </a:cubicBezTo>
                    <a:lnTo>
                      <a:pt x="0" y="1483505"/>
                    </a:lnTo>
                    <a:lnTo>
                      <a:pt x="0" y="462266"/>
                    </a:lnTo>
                    <a:lnTo>
                      <a:pt x="9430" y="430410"/>
                    </a:lnTo>
                    <a:cubicBezTo>
                      <a:pt x="26327" y="409121"/>
                      <a:pt x="61046" y="424188"/>
                      <a:pt x="85627" y="472746"/>
                    </a:cubicBezTo>
                    <a:cubicBezTo>
                      <a:pt x="108418" y="517775"/>
                      <a:pt x="118725" y="513053"/>
                      <a:pt x="161922" y="437807"/>
                    </a:cubicBezTo>
                    <a:cubicBezTo>
                      <a:pt x="241177" y="299704"/>
                      <a:pt x="442469" y="129829"/>
                      <a:pt x="611043" y="58739"/>
                    </a:cubicBezTo>
                    <a:cubicBezTo>
                      <a:pt x="706224" y="18603"/>
                      <a:pt x="825033" y="29"/>
                      <a:pt x="939990" y="1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115121" cap="flat">
                <a:noFill/>
                <a:prstDash val="solid"/>
                <a:miter/>
              </a:ln>
            </p:spPr>
            <p:txBody>
              <a:bodyPr wrap="square">
                <a:noAutofit/>
              </a:bodyPr>
              <a:lstStyle/>
              <a:p>
                <a:endParaRPr lang="en-GB"/>
              </a:p>
            </p:txBody>
          </p:sp>
        </p:grpSp>
        <p:sp>
          <p:nvSpPr>
            <p:cNvPr id="21" name="Free-form: Shape 20">
              <a:extLst>
                <a:ext uri="{FF2B5EF4-FFF2-40B4-BE49-F238E27FC236}">
                  <a16:creationId xmlns:a16="http://schemas.microsoft.com/office/drawing/2014/main" id="{15FD4D40-8276-35AD-519B-CFDB5BF91E1D}"/>
                </a:ext>
              </a:extLst>
            </p:cNvPr>
            <p:cNvSpPr/>
            <p:nvPr/>
          </p:nvSpPr>
          <p:spPr>
            <a:xfrm>
              <a:off x="5770672" y="3525789"/>
              <a:ext cx="316494" cy="618799"/>
            </a:xfrm>
            <a:custGeom>
              <a:avLst/>
              <a:gdLst>
                <a:gd name="csX0" fmla="*/ 312099 w 314589"/>
                <a:gd name="csY0" fmla="*/ 592980 h 617011"/>
                <a:gd name="csX1" fmla="*/ 242249 w 314589"/>
                <a:gd name="csY1" fmla="*/ 180230 h 617011"/>
                <a:gd name="csX2" fmla="*/ 58099 w 314589"/>
                <a:gd name="csY2" fmla="*/ 8780 h 617011"/>
                <a:gd name="csX3" fmla="*/ 949 w 314589"/>
                <a:gd name="csY3" fmla="*/ 27830 h 617011"/>
                <a:gd name="csX4" fmla="*/ 26349 w 314589"/>
                <a:gd name="csY4" fmla="*/ 53230 h 617011"/>
                <a:gd name="csX5" fmla="*/ 77149 w 314589"/>
                <a:gd name="csY5" fmla="*/ 46880 h 617011"/>
                <a:gd name="csX6" fmla="*/ 178749 w 314589"/>
                <a:gd name="csY6" fmla="*/ 123080 h 617011"/>
                <a:gd name="csX7" fmla="*/ 254949 w 314589"/>
                <a:gd name="csY7" fmla="*/ 262780 h 617011"/>
                <a:gd name="csX8" fmla="*/ 293049 w 314589"/>
                <a:gd name="csY8" fmla="*/ 535830 h 617011"/>
                <a:gd name="csX9" fmla="*/ 312099 w 314589"/>
                <a:gd name="csY9" fmla="*/ 592980 h 617011"/>
                <a:gd name="csX0" fmla="*/ 312099 w 314801"/>
                <a:gd name="csY0" fmla="*/ 592980 h 619150"/>
                <a:gd name="csX1" fmla="*/ 242249 w 314801"/>
                <a:gd name="csY1" fmla="*/ 180230 h 619150"/>
                <a:gd name="csX2" fmla="*/ 58099 w 314801"/>
                <a:gd name="csY2" fmla="*/ 8780 h 619150"/>
                <a:gd name="csX3" fmla="*/ 949 w 314801"/>
                <a:gd name="csY3" fmla="*/ 27830 h 619150"/>
                <a:gd name="csX4" fmla="*/ 26349 w 314801"/>
                <a:gd name="csY4" fmla="*/ 53230 h 619150"/>
                <a:gd name="csX5" fmla="*/ 77149 w 314801"/>
                <a:gd name="csY5" fmla="*/ 46880 h 619150"/>
                <a:gd name="csX6" fmla="*/ 178749 w 314801"/>
                <a:gd name="csY6" fmla="*/ 123080 h 619150"/>
                <a:gd name="csX7" fmla="*/ 223992 w 314801"/>
                <a:gd name="csY7" fmla="*/ 200868 h 619150"/>
                <a:gd name="csX8" fmla="*/ 293049 w 314801"/>
                <a:gd name="csY8" fmla="*/ 535830 h 619150"/>
                <a:gd name="csX9" fmla="*/ 312099 w 314801"/>
                <a:gd name="csY9" fmla="*/ 592980 h 619150"/>
                <a:gd name="csX0" fmla="*/ 312099 w 314589"/>
                <a:gd name="csY0" fmla="*/ 592980 h 619150"/>
                <a:gd name="csX1" fmla="*/ 242249 w 314589"/>
                <a:gd name="csY1" fmla="*/ 180230 h 619150"/>
                <a:gd name="csX2" fmla="*/ 58099 w 314589"/>
                <a:gd name="csY2" fmla="*/ 8780 h 619150"/>
                <a:gd name="csX3" fmla="*/ 949 w 314589"/>
                <a:gd name="csY3" fmla="*/ 27830 h 619150"/>
                <a:gd name="csX4" fmla="*/ 26349 w 314589"/>
                <a:gd name="csY4" fmla="*/ 53230 h 619150"/>
                <a:gd name="csX5" fmla="*/ 77149 w 314589"/>
                <a:gd name="csY5" fmla="*/ 46880 h 619150"/>
                <a:gd name="csX6" fmla="*/ 178749 w 314589"/>
                <a:gd name="csY6" fmla="*/ 123080 h 619150"/>
                <a:gd name="csX7" fmla="*/ 235898 w 314589"/>
                <a:gd name="csY7" fmla="*/ 200868 h 619150"/>
                <a:gd name="csX8" fmla="*/ 293049 w 314589"/>
                <a:gd name="csY8" fmla="*/ 535830 h 619150"/>
                <a:gd name="csX9" fmla="*/ 312099 w 314589"/>
                <a:gd name="csY9" fmla="*/ 592980 h 619150"/>
                <a:gd name="csX0" fmla="*/ 312099 w 315918"/>
                <a:gd name="csY0" fmla="*/ 592980 h 621912"/>
                <a:gd name="csX1" fmla="*/ 242249 w 315918"/>
                <a:gd name="csY1" fmla="*/ 180230 h 621912"/>
                <a:gd name="csX2" fmla="*/ 58099 w 315918"/>
                <a:gd name="csY2" fmla="*/ 8780 h 621912"/>
                <a:gd name="csX3" fmla="*/ 949 w 315918"/>
                <a:gd name="csY3" fmla="*/ 27830 h 621912"/>
                <a:gd name="csX4" fmla="*/ 26349 w 315918"/>
                <a:gd name="csY4" fmla="*/ 53230 h 621912"/>
                <a:gd name="csX5" fmla="*/ 77149 w 315918"/>
                <a:gd name="csY5" fmla="*/ 46880 h 621912"/>
                <a:gd name="csX6" fmla="*/ 178749 w 315918"/>
                <a:gd name="csY6" fmla="*/ 123080 h 621912"/>
                <a:gd name="csX7" fmla="*/ 293049 w 315918"/>
                <a:gd name="csY7" fmla="*/ 535830 h 621912"/>
                <a:gd name="csX8" fmla="*/ 312099 w 315918"/>
                <a:gd name="csY8" fmla="*/ 592980 h 621912"/>
                <a:gd name="csX0" fmla="*/ 312099 w 314756"/>
                <a:gd name="csY0" fmla="*/ 592980 h 619523"/>
                <a:gd name="csX1" fmla="*/ 242249 w 314756"/>
                <a:gd name="csY1" fmla="*/ 180230 h 619523"/>
                <a:gd name="csX2" fmla="*/ 58099 w 314756"/>
                <a:gd name="csY2" fmla="*/ 8780 h 619523"/>
                <a:gd name="csX3" fmla="*/ 949 w 314756"/>
                <a:gd name="csY3" fmla="*/ 27830 h 619523"/>
                <a:gd name="csX4" fmla="*/ 26349 w 314756"/>
                <a:gd name="csY4" fmla="*/ 53230 h 619523"/>
                <a:gd name="csX5" fmla="*/ 77149 w 314756"/>
                <a:gd name="csY5" fmla="*/ 46880 h 619523"/>
                <a:gd name="csX6" fmla="*/ 226374 w 314756"/>
                <a:gd name="csY6" fmla="*/ 189755 h 619523"/>
                <a:gd name="csX7" fmla="*/ 293049 w 314756"/>
                <a:gd name="csY7" fmla="*/ 535830 h 619523"/>
                <a:gd name="csX8" fmla="*/ 312099 w 314756"/>
                <a:gd name="csY8" fmla="*/ 592980 h 619523"/>
                <a:gd name="csX0" fmla="*/ 312099 w 316494"/>
                <a:gd name="csY0" fmla="*/ 592980 h 618799"/>
                <a:gd name="csX1" fmla="*/ 242249 w 316494"/>
                <a:gd name="csY1" fmla="*/ 180230 h 618799"/>
                <a:gd name="csX2" fmla="*/ 58099 w 316494"/>
                <a:gd name="csY2" fmla="*/ 8780 h 618799"/>
                <a:gd name="csX3" fmla="*/ 949 w 316494"/>
                <a:gd name="csY3" fmla="*/ 27830 h 618799"/>
                <a:gd name="csX4" fmla="*/ 26349 w 316494"/>
                <a:gd name="csY4" fmla="*/ 53230 h 618799"/>
                <a:gd name="csX5" fmla="*/ 77149 w 316494"/>
                <a:gd name="csY5" fmla="*/ 46880 h 618799"/>
                <a:gd name="csX6" fmla="*/ 226374 w 316494"/>
                <a:gd name="csY6" fmla="*/ 189755 h 618799"/>
                <a:gd name="csX7" fmla="*/ 300193 w 316494"/>
                <a:gd name="csY7" fmla="*/ 533449 h 618799"/>
                <a:gd name="csX8" fmla="*/ 312099 w 316494"/>
                <a:gd name="csY8" fmla="*/ 592980 h 6187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16494" h="618799">
                  <a:moveTo>
                    <a:pt x="312099" y="592980"/>
                  </a:moveTo>
                  <a:cubicBezTo>
                    <a:pt x="302442" y="534110"/>
                    <a:pt x="284582" y="277597"/>
                    <a:pt x="242249" y="180230"/>
                  </a:cubicBezTo>
                  <a:cubicBezTo>
                    <a:pt x="199916" y="82863"/>
                    <a:pt x="98316" y="34180"/>
                    <a:pt x="58099" y="8780"/>
                  </a:cubicBezTo>
                  <a:cubicBezTo>
                    <a:pt x="17882" y="-16620"/>
                    <a:pt x="6241" y="20422"/>
                    <a:pt x="949" y="27830"/>
                  </a:cubicBezTo>
                  <a:cubicBezTo>
                    <a:pt x="-4343" y="35238"/>
                    <a:pt x="13649" y="50055"/>
                    <a:pt x="26349" y="53230"/>
                  </a:cubicBezTo>
                  <a:cubicBezTo>
                    <a:pt x="39049" y="56405"/>
                    <a:pt x="43812" y="24126"/>
                    <a:pt x="77149" y="46880"/>
                  </a:cubicBezTo>
                  <a:cubicBezTo>
                    <a:pt x="110487" y="69634"/>
                    <a:pt x="189200" y="108660"/>
                    <a:pt x="226374" y="189755"/>
                  </a:cubicBezTo>
                  <a:cubicBezTo>
                    <a:pt x="263548" y="270850"/>
                    <a:pt x="285906" y="466245"/>
                    <a:pt x="300193" y="533449"/>
                  </a:cubicBezTo>
                  <a:cubicBezTo>
                    <a:pt x="314480" y="600653"/>
                    <a:pt x="321756" y="651850"/>
                    <a:pt x="312099" y="59298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" name="Free-form: Shape 21">
              <a:extLst>
                <a:ext uri="{FF2B5EF4-FFF2-40B4-BE49-F238E27FC236}">
                  <a16:creationId xmlns:a16="http://schemas.microsoft.com/office/drawing/2014/main" id="{EDBDE250-BF15-AC9C-8754-F11A5E5E5109}"/>
                </a:ext>
              </a:extLst>
            </p:cNvPr>
            <p:cNvSpPr/>
            <p:nvPr/>
          </p:nvSpPr>
          <p:spPr>
            <a:xfrm flipH="1">
              <a:off x="6096997" y="3525789"/>
              <a:ext cx="316494" cy="618799"/>
            </a:xfrm>
            <a:custGeom>
              <a:avLst/>
              <a:gdLst>
                <a:gd name="csX0" fmla="*/ 312099 w 314589"/>
                <a:gd name="csY0" fmla="*/ 592980 h 617011"/>
                <a:gd name="csX1" fmla="*/ 242249 w 314589"/>
                <a:gd name="csY1" fmla="*/ 180230 h 617011"/>
                <a:gd name="csX2" fmla="*/ 58099 w 314589"/>
                <a:gd name="csY2" fmla="*/ 8780 h 617011"/>
                <a:gd name="csX3" fmla="*/ 949 w 314589"/>
                <a:gd name="csY3" fmla="*/ 27830 h 617011"/>
                <a:gd name="csX4" fmla="*/ 26349 w 314589"/>
                <a:gd name="csY4" fmla="*/ 53230 h 617011"/>
                <a:gd name="csX5" fmla="*/ 77149 w 314589"/>
                <a:gd name="csY5" fmla="*/ 46880 h 617011"/>
                <a:gd name="csX6" fmla="*/ 178749 w 314589"/>
                <a:gd name="csY6" fmla="*/ 123080 h 617011"/>
                <a:gd name="csX7" fmla="*/ 254949 w 314589"/>
                <a:gd name="csY7" fmla="*/ 262780 h 617011"/>
                <a:gd name="csX8" fmla="*/ 293049 w 314589"/>
                <a:gd name="csY8" fmla="*/ 535830 h 617011"/>
                <a:gd name="csX9" fmla="*/ 312099 w 314589"/>
                <a:gd name="csY9" fmla="*/ 592980 h 617011"/>
                <a:gd name="csX0" fmla="*/ 312099 w 314801"/>
                <a:gd name="csY0" fmla="*/ 592980 h 619150"/>
                <a:gd name="csX1" fmla="*/ 242249 w 314801"/>
                <a:gd name="csY1" fmla="*/ 180230 h 619150"/>
                <a:gd name="csX2" fmla="*/ 58099 w 314801"/>
                <a:gd name="csY2" fmla="*/ 8780 h 619150"/>
                <a:gd name="csX3" fmla="*/ 949 w 314801"/>
                <a:gd name="csY3" fmla="*/ 27830 h 619150"/>
                <a:gd name="csX4" fmla="*/ 26349 w 314801"/>
                <a:gd name="csY4" fmla="*/ 53230 h 619150"/>
                <a:gd name="csX5" fmla="*/ 77149 w 314801"/>
                <a:gd name="csY5" fmla="*/ 46880 h 619150"/>
                <a:gd name="csX6" fmla="*/ 178749 w 314801"/>
                <a:gd name="csY6" fmla="*/ 123080 h 619150"/>
                <a:gd name="csX7" fmla="*/ 223992 w 314801"/>
                <a:gd name="csY7" fmla="*/ 200868 h 619150"/>
                <a:gd name="csX8" fmla="*/ 293049 w 314801"/>
                <a:gd name="csY8" fmla="*/ 535830 h 619150"/>
                <a:gd name="csX9" fmla="*/ 312099 w 314801"/>
                <a:gd name="csY9" fmla="*/ 592980 h 619150"/>
                <a:gd name="csX0" fmla="*/ 312099 w 314589"/>
                <a:gd name="csY0" fmla="*/ 592980 h 619150"/>
                <a:gd name="csX1" fmla="*/ 242249 w 314589"/>
                <a:gd name="csY1" fmla="*/ 180230 h 619150"/>
                <a:gd name="csX2" fmla="*/ 58099 w 314589"/>
                <a:gd name="csY2" fmla="*/ 8780 h 619150"/>
                <a:gd name="csX3" fmla="*/ 949 w 314589"/>
                <a:gd name="csY3" fmla="*/ 27830 h 619150"/>
                <a:gd name="csX4" fmla="*/ 26349 w 314589"/>
                <a:gd name="csY4" fmla="*/ 53230 h 619150"/>
                <a:gd name="csX5" fmla="*/ 77149 w 314589"/>
                <a:gd name="csY5" fmla="*/ 46880 h 619150"/>
                <a:gd name="csX6" fmla="*/ 178749 w 314589"/>
                <a:gd name="csY6" fmla="*/ 123080 h 619150"/>
                <a:gd name="csX7" fmla="*/ 235898 w 314589"/>
                <a:gd name="csY7" fmla="*/ 200868 h 619150"/>
                <a:gd name="csX8" fmla="*/ 293049 w 314589"/>
                <a:gd name="csY8" fmla="*/ 535830 h 619150"/>
                <a:gd name="csX9" fmla="*/ 312099 w 314589"/>
                <a:gd name="csY9" fmla="*/ 592980 h 619150"/>
                <a:gd name="csX0" fmla="*/ 312099 w 315918"/>
                <a:gd name="csY0" fmla="*/ 592980 h 621912"/>
                <a:gd name="csX1" fmla="*/ 242249 w 315918"/>
                <a:gd name="csY1" fmla="*/ 180230 h 621912"/>
                <a:gd name="csX2" fmla="*/ 58099 w 315918"/>
                <a:gd name="csY2" fmla="*/ 8780 h 621912"/>
                <a:gd name="csX3" fmla="*/ 949 w 315918"/>
                <a:gd name="csY3" fmla="*/ 27830 h 621912"/>
                <a:gd name="csX4" fmla="*/ 26349 w 315918"/>
                <a:gd name="csY4" fmla="*/ 53230 h 621912"/>
                <a:gd name="csX5" fmla="*/ 77149 w 315918"/>
                <a:gd name="csY5" fmla="*/ 46880 h 621912"/>
                <a:gd name="csX6" fmla="*/ 178749 w 315918"/>
                <a:gd name="csY6" fmla="*/ 123080 h 621912"/>
                <a:gd name="csX7" fmla="*/ 293049 w 315918"/>
                <a:gd name="csY7" fmla="*/ 535830 h 621912"/>
                <a:gd name="csX8" fmla="*/ 312099 w 315918"/>
                <a:gd name="csY8" fmla="*/ 592980 h 621912"/>
                <a:gd name="csX0" fmla="*/ 312099 w 314756"/>
                <a:gd name="csY0" fmla="*/ 592980 h 619523"/>
                <a:gd name="csX1" fmla="*/ 242249 w 314756"/>
                <a:gd name="csY1" fmla="*/ 180230 h 619523"/>
                <a:gd name="csX2" fmla="*/ 58099 w 314756"/>
                <a:gd name="csY2" fmla="*/ 8780 h 619523"/>
                <a:gd name="csX3" fmla="*/ 949 w 314756"/>
                <a:gd name="csY3" fmla="*/ 27830 h 619523"/>
                <a:gd name="csX4" fmla="*/ 26349 w 314756"/>
                <a:gd name="csY4" fmla="*/ 53230 h 619523"/>
                <a:gd name="csX5" fmla="*/ 77149 w 314756"/>
                <a:gd name="csY5" fmla="*/ 46880 h 619523"/>
                <a:gd name="csX6" fmla="*/ 226374 w 314756"/>
                <a:gd name="csY6" fmla="*/ 189755 h 619523"/>
                <a:gd name="csX7" fmla="*/ 293049 w 314756"/>
                <a:gd name="csY7" fmla="*/ 535830 h 619523"/>
                <a:gd name="csX8" fmla="*/ 312099 w 314756"/>
                <a:gd name="csY8" fmla="*/ 592980 h 619523"/>
                <a:gd name="csX0" fmla="*/ 312099 w 316494"/>
                <a:gd name="csY0" fmla="*/ 592980 h 618799"/>
                <a:gd name="csX1" fmla="*/ 242249 w 316494"/>
                <a:gd name="csY1" fmla="*/ 180230 h 618799"/>
                <a:gd name="csX2" fmla="*/ 58099 w 316494"/>
                <a:gd name="csY2" fmla="*/ 8780 h 618799"/>
                <a:gd name="csX3" fmla="*/ 949 w 316494"/>
                <a:gd name="csY3" fmla="*/ 27830 h 618799"/>
                <a:gd name="csX4" fmla="*/ 26349 w 316494"/>
                <a:gd name="csY4" fmla="*/ 53230 h 618799"/>
                <a:gd name="csX5" fmla="*/ 77149 w 316494"/>
                <a:gd name="csY5" fmla="*/ 46880 h 618799"/>
                <a:gd name="csX6" fmla="*/ 226374 w 316494"/>
                <a:gd name="csY6" fmla="*/ 189755 h 618799"/>
                <a:gd name="csX7" fmla="*/ 300193 w 316494"/>
                <a:gd name="csY7" fmla="*/ 533449 h 618799"/>
                <a:gd name="csX8" fmla="*/ 312099 w 316494"/>
                <a:gd name="csY8" fmla="*/ 592980 h 6187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16494" h="618799">
                  <a:moveTo>
                    <a:pt x="312099" y="592980"/>
                  </a:moveTo>
                  <a:cubicBezTo>
                    <a:pt x="302442" y="534110"/>
                    <a:pt x="284582" y="277597"/>
                    <a:pt x="242249" y="180230"/>
                  </a:cubicBezTo>
                  <a:cubicBezTo>
                    <a:pt x="199916" y="82863"/>
                    <a:pt x="98316" y="34180"/>
                    <a:pt x="58099" y="8780"/>
                  </a:cubicBezTo>
                  <a:cubicBezTo>
                    <a:pt x="17882" y="-16620"/>
                    <a:pt x="6241" y="20422"/>
                    <a:pt x="949" y="27830"/>
                  </a:cubicBezTo>
                  <a:cubicBezTo>
                    <a:pt x="-4343" y="35238"/>
                    <a:pt x="13649" y="50055"/>
                    <a:pt x="26349" y="53230"/>
                  </a:cubicBezTo>
                  <a:cubicBezTo>
                    <a:pt x="39049" y="56405"/>
                    <a:pt x="43812" y="24126"/>
                    <a:pt x="77149" y="46880"/>
                  </a:cubicBezTo>
                  <a:cubicBezTo>
                    <a:pt x="110487" y="69634"/>
                    <a:pt x="189200" y="108660"/>
                    <a:pt x="226374" y="189755"/>
                  </a:cubicBezTo>
                  <a:cubicBezTo>
                    <a:pt x="263548" y="270850"/>
                    <a:pt x="285906" y="466245"/>
                    <a:pt x="300193" y="533449"/>
                  </a:cubicBezTo>
                  <a:cubicBezTo>
                    <a:pt x="314480" y="600653"/>
                    <a:pt x="321756" y="651850"/>
                    <a:pt x="312099" y="59298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9345428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885C7-BB69-E799-34B0-6BFF4E7AD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990CE2D-7701-1D26-502A-3400B7E9FE7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2727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944B47E-1E80-FA4F-66C9-DB96A02E78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06" t="4091" r="2876" b="384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1C97D8C-5552-7B82-22F9-3610DC0DECC9}"/>
              </a:ext>
            </a:extLst>
          </p:cNvPr>
          <p:cNvSpPr/>
          <p:nvPr/>
        </p:nvSpPr>
        <p:spPr>
          <a:xfrm>
            <a:off x="250785" y="1875100"/>
            <a:ext cx="11690430" cy="4710896"/>
          </a:xfrm>
          <a:prstGeom prst="roundRect">
            <a:avLst>
              <a:gd name="adj" fmla="val 1229"/>
            </a:avLst>
          </a:prstGeom>
          <a:solidFill>
            <a:srgbClr val="6F6F6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D61134-33F0-A6DE-C76B-88FD45CE0E26}"/>
              </a:ext>
            </a:extLst>
          </p:cNvPr>
          <p:cNvSpPr txBox="1"/>
          <p:nvPr/>
        </p:nvSpPr>
        <p:spPr>
          <a:xfrm>
            <a:off x="250785" y="2742913"/>
            <a:ext cx="1169043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solidFill>
                  <a:schemeClr val="bg1"/>
                </a:solidFill>
              </a:rPr>
              <a:t>Well done you hit it.</a:t>
            </a:r>
          </a:p>
          <a:p>
            <a:pPr algn="ctr"/>
            <a:r>
              <a:rPr lang="en-GB" sz="3200" dirty="0">
                <a:solidFill>
                  <a:schemeClr val="bg1"/>
                </a:solidFill>
              </a:rPr>
              <a:t>The butterflies will now get faster!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FA1D1D5-A85E-2B77-B0AA-8B7A51FB5F9E}"/>
              </a:ext>
            </a:extLst>
          </p:cNvPr>
          <p:cNvGrpSpPr/>
          <p:nvPr/>
        </p:nvGrpSpPr>
        <p:grpSpPr>
          <a:xfrm>
            <a:off x="5159828" y="3938160"/>
            <a:ext cx="1872344" cy="584776"/>
            <a:chOff x="4905829" y="4020456"/>
            <a:chExt cx="1872344" cy="584776"/>
          </a:xfrm>
        </p:grpSpPr>
        <p:sp>
          <p:nvSpPr>
            <p:cNvPr id="6" name="Arrow: Right 5">
              <a:extLst>
                <a:ext uri="{FF2B5EF4-FFF2-40B4-BE49-F238E27FC236}">
                  <a16:creationId xmlns:a16="http://schemas.microsoft.com/office/drawing/2014/main" id="{C982AECF-D26C-152E-2A67-B353FFAB0CCF}"/>
                </a:ext>
              </a:extLst>
            </p:cNvPr>
            <p:cNvSpPr/>
            <p:nvPr/>
          </p:nvSpPr>
          <p:spPr>
            <a:xfrm>
              <a:off x="4905829" y="4020457"/>
              <a:ext cx="711200" cy="584775"/>
            </a:xfrm>
            <a:prstGeom prst="rightArrow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Arrow: Right 7">
              <a:extLst>
                <a:ext uri="{FF2B5EF4-FFF2-40B4-BE49-F238E27FC236}">
                  <a16:creationId xmlns:a16="http://schemas.microsoft.com/office/drawing/2014/main" id="{A8A6B5D5-2DF5-E961-ACC1-346A06470A15}"/>
                </a:ext>
              </a:extLst>
            </p:cNvPr>
            <p:cNvSpPr/>
            <p:nvPr/>
          </p:nvSpPr>
          <p:spPr>
            <a:xfrm>
              <a:off x="6066973" y="4020456"/>
              <a:ext cx="711200" cy="584775"/>
            </a:xfrm>
            <a:prstGeom prst="rightArrow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7203194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82F6CD-B509-C66E-8BF0-F1BBCD523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046C312-7981-FB86-6182-AFB6F82898D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2727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3A4C2EC-13F9-DB6E-77B6-8A9D5FA0C76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06" t="4091" r="2876" b="384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B731BA3-98EB-F07B-576B-B6110D893FEA}"/>
              </a:ext>
            </a:extLst>
          </p:cNvPr>
          <p:cNvSpPr/>
          <p:nvPr/>
        </p:nvSpPr>
        <p:spPr>
          <a:xfrm>
            <a:off x="250785" y="1875100"/>
            <a:ext cx="11690430" cy="4710896"/>
          </a:xfrm>
          <a:prstGeom prst="roundRect">
            <a:avLst>
              <a:gd name="adj" fmla="val 1229"/>
            </a:avLst>
          </a:prstGeom>
          <a:solidFill>
            <a:srgbClr val="6F6F6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3387185-9EB3-CF7F-AD8D-128629CE0E65}"/>
              </a:ext>
            </a:extLst>
          </p:cNvPr>
          <p:cNvSpPr txBox="1"/>
          <p:nvPr/>
        </p:nvSpPr>
        <p:spPr>
          <a:xfrm>
            <a:off x="250785" y="3136613"/>
            <a:ext cx="116904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solidFill>
                  <a:schemeClr val="bg1"/>
                </a:solidFill>
              </a:rPr>
              <a:t>The butterflies will now get faster!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ECE6D91-5271-7433-3523-FA7BF1BA0974}"/>
              </a:ext>
            </a:extLst>
          </p:cNvPr>
          <p:cNvGrpSpPr/>
          <p:nvPr/>
        </p:nvGrpSpPr>
        <p:grpSpPr>
          <a:xfrm>
            <a:off x="4579256" y="3938160"/>
            <a:ext cx="3033488" cy="584776"/>
            <a:chOff x="4223656" y="3938160"/>
            <a:chExt cx="3033488" cy="584776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4C3A49F-3482-A6A1-964E-6E63CBB7A17D}"/>
                </a:ext>
              </a:extLst>
            </p:cNvPr>
            <p:cNvGrpSpPr/>
            <p:nvPr/>
          </p:nvGrpSpPr>
          <p:grpSpPr>
            <a:xfrm>
              <a:off x="4223656" y="3938160"/>
              <a:ext cx="1872344" cy="584776"/>
              <a:chOff x="4905829" y="4020456"/>
              <a:chExt cx="1872344" cy="584776"/>
            </a:xfrm>
          </p:grpSpPr>
          <p:sp>
            <p:nvSpPr>
              <p:cNvPr id="7" name="Arrow: Right 6">
                <a:extLst>
                  <a:ext uri="{FF2B5EF4-FFF2-40B4-BE49-F238E27FC236}">
                    <a16:creationId xmlns:a16="http://schemas.microsoft.com/office/drawing/2014/main" id="{EBAE6EAC-2B7D-AC9C-F060-72B4BAD6A160}"/>
                  </a:ext>
                </a:extLst>
              </p:cNvPr>
              <p:cNvSpPr/>
              <p:nvPr/>
            </p:nvSpPr>
            <p:spPr>
              <a:xfrm>
                <a:off x="4905829" y="4020457"/>
                <a:ext cx="711200" cy="584775"/>
              </a:xfrm>
              <a:prstGeom prst="rightArrow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1" name="Arrow: Right 10">
                <a:extLst>
                  <a:ext uri="{FF2B5EF4-FFF2-40B4-BE49-F238E27FC236}">
                    <a16:creationId xmlns:a16="http://schemas.microsoft.com/office/drawing/2014/main" id="{7DEE3899-460E-D4A8-C7C7-63D7A8EDC436}"/>
                  </a:ext>
                </a:extLst>
              </p:cNvPr>
              <p:cNvSpPr/>
              <p:nvPr/>
            </p:nvSpPr>
            <p:spPr>
              <a:xfrm>
                <a:off x="6066973" y="4020456"/>
                <a:ext cx="711200" cy="584775"/>
              </a:xfrm>
              <a:prstGeom prst="rightArrow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13" name="Arrow: Right 12">
              <a:extLst>
                <a:ext uri="{FF2B5EF4-FFF2-40B4-BE49-F238E27FC236}">
                  <a16:creationId xmlns:a16="http://schemas.microsoft.com/office/drawing/2014/main" id="{1A0CD1E4-C025-8C5F-3D52-85440A6ABB27}"/>
                </a:ext>
              </a:extLst>
            </p:cNvPr>
            <p:cNvSpPr/>
            <p:nvPr/>
          </p:nvSpPr>
          <p:spPr>
            <a:xfrm>
              <a:off x="6545944" y="3938161"/>
              <a:ext cx="711200" cy="584775"/>
            </a:xfrm>
            <a:prstGeom prst="rightArrow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5359329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06448-738A-1E01-3471-E00F18FF4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729ADD4-404B-F696-6830-65C6896D436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2727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EB73BB2-99F9-C4C7-0D73-E6735955EA7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06" t="4091" r="2876" b="384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0286153-D2F9-441A-8F15-C733E10AAE49}"/>
              </a:ext>
            </a:extLst>
          </p:cNvPr>
          <p:cNvSpPr/>
          <p:nvPr/>
        </p:nvSpPr>
        <p:spPr>
          <a:xfrm>
            <a:off x="250785" y="1875100"/>
            <a:ext cx="11690430" cy="4710896"/>
          </a:xfrm>
          <a:prstGeom prst="roundRect">
            <a:avLst>
              <a:gd name="adj" fmla="val 1229"/>
            </a:avLst>
          </a:prstGeom>
          <a:solidFill>
            <a:srgbClr val="6F6F6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69BDF20-7A1B-6BA6-9557-8F349A6EA0A1}"/>
              </a:ext>
            </a:extLst>
          </p:cNvPr>
          <p:cNvSpPr/>
          <p:nvPr/>
        </p:nvSpPr>
        <p:spPr>
          <a:xfrm>
            <a:off x="3647624" y="5333789"/>
            <a:ext cx="4896753" cy="616949"/>
          </a:xfrm>
          <a:prstGeom prst="roundRect">
            <a:avLst/>
          </a:prstGeom>
          <a:solidFill>
            <a:srgbClr val="6C788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791CC5-2D03-00CA-F69A-3E620B23D2AB}"/>
              </a:ext>
            </a:extLst>
          </p:cNvPr>
          <p:cNvSpPr txBox="1"/>
          <p:nvPr/>
        </p:nvSpPr>
        <p:spPr>
          <a:xfrm>
            <a:off x="250784" y="5433665"/>
            <a:ext cx="116904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solidFill>
                  <a:schemeClr val="bg1"/>
                </a:solidFill>
              </a:rPr>
              <a:t>Touch the screen to start the experiment</a:t>
            </a:r>
          </a:p>
        </p:txBody>
      </p:sp>
    </p:spTree>
    <p:extLst>
      <p:ext uri="{BB962C8B-B14F-4D97-AF65-F5344CB8AC3E}">
        <p14:creationId xmlns:p14="http://schemas.microsoft.com/office/powerpoint/2010/main" val="40731296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92586-1B25-9A40-32C7-D72DA1CD0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9B5591C-AE34-5B8F-6511-E9545B9FE99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2727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6CF90B-02B9-2822-FB50-EB020B2FD6B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06" t="4091" r="2876" b="384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5B85A89-93C7-51E1-DD05-6E18AB4C1EFC}"/>
              </a:ext>
            </a:extLst>
          </p:cNvPr>
          <p:cNvSpPr/>
          <p:nvPr/>
        </p:nvSpPr>
        <p:spPr>
          <a:xfrm>
            <a:off x="250785" y="1875100"/>
            <a:ext cx="11690430" cy="4710896"/>
          </a:xfrm>
          <a:prstGeom prst="roundRect">
            <a:avLst>
              <a:gd name="adj" fmla="val 1229"/>
            </a:avLst>
          </a:prstGeom>
          <a:solidFill>
            <a:srgbClr val="6F6F6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AA799FB-540D-5273-2031-F6CE733C4299}"/>
              </a:ext>
            </a:extLst>
          </p:cNvPr>
          <p:cNvGrpSpPr/>
          <p:nvPr/>
        </p:nvGrpSpPr>
        <p:grpSpPr>
          <a:xfrm>
            <a:off x="3989405" y="4878546"/>
            <a:ext cx="4213187" cy="1038828"/>
            <a:chOff x="4544992" y="2717157"/>
            <a:chExt cx="2581862" cy="1423686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ED251328-5144-CBCF-A0C3-D01A123E83F1}"/>
                </a:ext>
              </a:extLst>
            </p:cNvPr>
            <p:cNvSpPr/>
            <p:nvPr/>
          </p:nvSpPr>
          <p:spPr>
            <a:xfrm>
              <a:off x="4544994" y="2717157"/>
              <a:ext cx="2581860" cy="1423686"/>
            </a:xfrm>
            <a:prstGeom prst="roundRect">
              <a:avLst/>
            </a:prstGeom>
            <a:solidFill>
              <a:srgbClr val="6C788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AA9A6B7-6ADC-E725-27C1-654D9D0211FF}"/>
                </a:ext>
              </a:extLst>
            </p:cNvPr>
            <p:cNvSpPr txBox="1"/>
            <p:nvPr/>
          </p:nvSpPr>
          <p:spPr>
            <a:xfrm>
              <a:off x="4544992" y="3028290"/>
              <a:ext cx="2581860" cy="8014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200" dirty="0">
                  <a:solidFill>
                    <a:schemeClr val="bg1"/>
                  </a:solidFill>
                </a:rPr>
                <a:t>Click to Continue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718817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3F19B-4B52-7BEA-31C9-EF34FE50E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FDC0964-C08C-2893-1986-780A35B53FD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2727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02888E8-4E27-0C23-AB82-753E324CF5A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06" t="4091" r="2876" b="384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00BADAC-A0F8-3D6A-BE80-AE7E4C755E55}"/>
              </a:ext>
            </a:extLst>
          </p:cNvPr>
          <p:cNvSpPr/>
          <p:nvPr/>
        </p:nvSpPr>
        <p:spPr>
          <a:xfrm>
            <a:off x="250785" y="1875100"/>
            <a:ext cx="11690430" cy="4710896"/>
          </a:xfrm>
          <a:prstGeom prst="roundRect">
            <a:avLst>
              <a:gd name="adj" fmla="val 1229"/>
            </a:avLst>
          </a:prstGeom>
          <a:solidFill>
            <a:srgbClr val="6F6F6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E73798-614C-28FA-23E4-FA7207999570}"/>
              </a:ext>
            </a:extLst>
          </p:cNvPr>
          <p:cNvSpPr txBox="1"/>
          <p:nvPr/>
        </p:nvSpPr>
        <p:spPr>
          <a:xfrm>
            <a:off x="250785" y="2280086"/>
            <a:ext cx="116904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solidFill>
                  <a:schemeClr val="bg1"/>
                </a:solidFill>
              </a:rPr>
              <a:t>Thank you for playing!</a:t>
            </a:r>
          </a:p>
        </p:txBody>
      </p:sp>
    </p:spTree>
    <p:extLst>
      <p:ext uri="{BB962C8B-B14F-4D97-AF65-F5344CB8AC3E}">
        <p14:creationId xmlns:p14="http://schemas.microsoft.com/office/powerpoint/2010/main" val="3987489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347</TotalTime>
  <Words>319</Words>
  <Application>Microsoft Office PowerPoint</Application>
  <PresentationFormat>Widescreen</PresentationFormat>
  <Paragraphs>52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Hancock, George</dc:creator>
  <cp:lastModifiedBy>Hancock, George</cp:lastModifiedBy>
  <cp:revision>15</cp:revision>
  <dcterms:created xsi:type="dcterms:W3CDTF">2025-12-30T17:48:28Z</dcterms:created>
  <dcterms:modified xsi:type="dcterms:W3CDTF">2026-01-13T10:32:20Z</dcterms:modified>
</cp:coreProperties>
</file>